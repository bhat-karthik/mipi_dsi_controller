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 id="2147483661" r:id="rId2"/>
  </p:sldMasterIdLst>
  <p:notesMasterIdLst>
    <p:notesMasterId r:id="rId16"/>
  </p:notesMasterIdLst>
  <p:sldIdLst>
    <p:sldId id="256" r:id="rId3"/>
    <p:sldId id="257" r:id="rId4"/>
    <p:sldId id="2103813794" r:id="rId5"/>
    <p:sldId id="258" r:id="rId6"/>
    <p:sldId id="2103813792" r:id="rId7"/>
    <p:sldId id="260" r:id="rId8"/>
    <p:sldId id="2103813806" r:id="rId9"/>
    <p:sldId id="2103813807" r:id="rId10"/>
    <p:sldId id="2103813805" r:id="rId11"/>
    <p:sldId id="271" r:id="rId12"/>
    <p:sldId id="2103813787" r:id="rId13"/>
    <p:sldId id="278" r:id="rId14"/>
    <p:sldId id="281" r:id="rId15"/>
  </p:sldIdLst>
  <p:sldSz cx="20104100" cy="11309350"/>
  <p:notesSz cx="10234613" cy="7104063"/>
  <p:embeddedFontLst>
    <p:embeddedFont>
      <p:font typeface="Play" panose="020B0604020202020204" charset="0"/>
      <p:regular r:id="rId17"/>
      <p:bold r:id="rId18"/>
    </p:embeddedFont>
    <p:embeddedFont>
      <p:font typeface="Playfair Display" panose="00000500000000000000"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429504CA-491B-4056-9403-8E003268597B}">
          <p14:sldIdLst>
            <p14:sldId id="256"/>
            <p14:sldId id="257"/>
            <p14:sldId id="2103813794"/>
            <p14:sldId id="258"/>
            <p14:sldId id="2103813792"/>
            <p14:sldId id="260"/>
            <p14:sldId id="2103813806"/>
            <p14:sldId id="2103813807"/>
            <p14:sldId id="2103813805"/>
            <p14:sldId id="271"/>
            <p14:sldId id="2103813787"/>
            <p14:sldId id="278"/>
            <p14:sldId id="281"/>
          </p14:sldIdLst>
        </p14:section>
      </p14:sectionLst>
    </p:ex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B3FFC9-8B92-4406-B574-69A5B9EC4938}" v="57" dt="2025-07-14T15:00:43.422"/>
  </p1510:revLst>
</p1510:revInfo>
</file>

<file path=ppt/tableStyles.xml><?xml version="1.0" encoding="utf-8"?>
<a:tblStyleLst xmlns:a="http://schemas.openxmlformats.org/drawingml/2006/main" def="{0609906D-B0A9-4EC5-A5FE-2A6D8419C921}">
  <a:tblStyle styleId="{0609906D-B0A9-4EC5-A5FE-2A6D8419C92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92" autoAdjust="0"/>
    <p:restoredTop sz="94660"/>
  </p:normalViewPr>
  <p:slideViewPr>
    <p:cSldViewPr snapToGrid="0">
      <p:cViewPr varScale="1">
        <p:scale>
          <a:sx n="55" d="100"/>
          <a:sy n="55" d="100"/>
        </p:scale>
        <p:origin x="322" y="53"/>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4435214" cy="356000"/>
          </a:xfrm>
          <a:prstGeom prst="rect">
            <a:avLst/>
          </a:prstGeom>
          <a:noFill/>
          <a:ln>
            <a:noFill/>
          </a:ln>
        </p:spPr>
        <p:txBody>
          <a:bodyPr spcFirstLastPara="1" wrap="square" lIns="49232" tIns="24609" rIns="49232" bIns="24609" anchor="t"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796974" y="1"/>
            <a:ext cx="4435214" cy="356000"/>
          </a:xfrm>
          <a:prstGeom prst="rect">
            <a:avLst/>
          </a:prstGeom>
          <a:noFill/>
          <a:ln>
            <a:noFill/>
          </a:ln>
        </p:spPr>
        <p:txBody>
          <a:bodyPr spcFirstLastPara="1" wrap="square" lIns="49232" tIns="24609" rIns="49232" bIns="24609" anchor="t" anchorCtr="0">
            <a:noAutofit/>
          </a:bodyPr>
          <a:lstStyle>
            <a:lvl1pPr marR="0" lvl="0" algn="r" rtl="0">
              <a:lnSpc>
                <a:spcPct val="100000"/>
              </a:lnSpc>
              <a:spcBef>
                <a:spcPts val="0"/>
              </a:spcBef>
              <a:spcAft>
                <a:spcPts val="0"/>
              </a:spcAft>
              <a:buClr>
                <a:srgbClr val="000000"/>
              </a:buClr>
              <a:buSzPts val="1400"/>
              <a:buFont typeface="Arial"/>
              <a:buNone/>
              <a:defRPr sz="6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lIns="49240" tIns="24620" rIns="49240" bIns="24620"/>
          <a:lstStyle/>
          <a:p>
            <a:endParaRPr lang="en-IN"/>
          </a:p>
        </p:txBody>
      </p:sp>
      <p:sp>
        <p:nvSpPr>
          <p:cNvPr id="6" name="Google Shape;6;n"/>
          <p:cNvSpPr txBox="1">
            <a:spLocks noGrp="1"/>
          </p:cNvSpPr>
          <p:nvPr>
            <p:ph type="body" idx="1"/>
          </p:nvPr>
        </p:nvSpPr>
        <p:spPr>
          <a:xfrm>
            <a:off x="1023139" y="3418407"/>
            <a:ext cx="8188336" cy="2798147"/>
          </a:xfrm>
          <a:prstGeom prst="rect">
            <a:avLst/>
          </a:prstGeom>
          <a:noFill/>
          <a:ln>
            <a:noFill/>
          </a:ln>
        </p:spPr>
        <p:txBody>
          <a:bodyPr spcFirstLastPara="1" wrap="square" lIns="49232" tIns="24609" rIns="49232" bIns="24609"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748063"/>
            <a:ext cx="4435214" cy="356000"/>
          </a:xfrm>
          <a:prstGeom prst="rect">
            <a:avLst/>
          </a:prstGeom>
          <a:noFill/>
          <a:ln>
            <a:noFill/>
          </a:ln>
        </p:spPr>
        <p:txBody>
          <a:bodyPr spcFirstLastPara="1" wrap="square" lIns="49232" tIns="24609" rIns="49232" bIns="24609"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0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796974" y="6748063"/>
            <a:ext cx="4435214" cy="356000"/>
          </a:xfrm>
          <a:prstGeom prst="rect">
            <a:avLst/>
          </a:prstGeom>
          <a:noFill/>
          <a:ln>
            <a:noFill/>
          </a:ln>
        </p:spPr>
        <p:txBody>
          <a:bodyPr spcFirstLastPara="1" wrap="square" lIns="49232" tIns="24609" rIns="49232" bIns="24609" anchor="b" anchorCtr="0">
            <a:noAutofit/>
          </a:bodyPr>
          <a:lstStyle/>
          <a:p>
            <a:pPr algn="r">
              <a:buSzPts val="1200"/>
            </a:pPr>
            <a:fld id="{00000000-1234-1234-1234-123412341234}" type="slidenum">
              <a:rPr lang="en-US" sz="600" smtClean="0">
                <a:latin typeface="Calibri"/>
                <a:ea typeface="Calibri"/>
                <a:cs typeface="Calibri"/>
                <a:sym typeface="Calibri"/>
              </a:rPr>
              <a:pPr algn="r">
                <a:buSzPts val="1200"/>
              </a:pPr>
              <a:t>‹#›</a:t>
            </a:fld>
            <a:endParaRPr lang="en-US" sz="800"/>
          </a:p>
        </p:txBody>
      </p:sp>
    </p:spTree>
    <p:extLst>
      <p:ext uri="{BB962C8B-B14F-4D97-AF65-F5344CB8AC3E}">
        <p14:creationId xmlns:p14="http://schemas.microsoft.com/office/powerpoint/2010/main" val="41559425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98" name="Google Shape;98;p1:notes"/>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1215233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1023139" y="3418407"/>
            <a:ext cx="8188336" cy="2798147"/>
          </a:xfrm>
          <a:prstGeom prst="rect">
            <a:avLst/>
          </a:prstGeom>
        </p:spPr>
        <p:txBody>
          <a:bodyPr spcFirstLastPara="1" wrap="square" lIns="49232" tIns="24609" rIns="49232" bIns="24609" anchor="t" anchorCtr="0">
            <a:noAutofit/>
          </a:bodyPr>
          <a:lstStyle/>
          <a:p>
            <a:pPr marL="0" indent="0"/>
            <a:endParaRPr/>
          </a:p>
        </p:txBody>
      </p:sp>
      <p:sp>
        <p:nvSpPr>
          <p:cNvPr id="114" name="Google Shape;114;p2:notes"/>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26081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4DD26199-1E31-CB35-A236-96C728C76DFC}"/>
            </a:ext>
          </a:extLst>
        </p:cNvPr>
        <p:cNvGrpSpPr/>
        <p:nvPr/>
      </p:nvGrpSpPr>
      <p:grpSpPr>
        <a:xfrm>
          <a:off x="0" y="0"/>
          <a:ext cx="0" cy="0"/>
          <a:chOff x="0" y="0"/>
          <a:chExt cx="0" cy="0"/>
        </a:xfrm>
      </p:grpSpPr>
      <p:sp>
        <p:nvSpPr>
          <p:cNvPr id="124" name="Google Shape;124;p3:notes">
            <a:extLst>
              <a:ext uri="{FF2B5EF4-FFF2-40B4-BE49-F238E27FC236}">
                <a16:creationId xmlns:a16="http://schemas.microsoft.com/office/drawing/2014/main" id="{4E64CB95-377A-1F4A-A25E-D7086BDDE96B}"/>
              </a:ext>
            </a:extLst>
          </p:cNvPr>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125" name="Google Shape;125;p3:notes">
            <a:extLst>
              <a:ext uri="{FF2B5EF4-FFF2-40B4-BE49-F238E27FC236}">
                <a16:creationId xmlns:a16="http://schemas.microsoft.com/office/drawing/2014/main" id="{C30FFC5C-27B5-B950-FAFC-684608B089BB}"/>
              </a:ext>
            </a:extLst>
          </p:cNvPr>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2757280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125" name="Google Shape;125;p3:notes"/>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64715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8E08D656-9A92-7692-B085-89CCD307F357}"/>
            </a:ext>
          </a:extLst>
        </p:cNvPr>
        <p:cNvGrpSpPr/>
        <p:nvPr/>
      </p:nvGrpSpPr>
      <p:grpSpPr>
        <a:xfrm>
          <a:off x="0" y="0"/>
          <a:ext cx="0" cy="0"/>
          <a:chOff x="0" y="0"/>
          <a:chExt cx="0" cy="0"/>
        </a:xfrm>
      </p:grpSpPr>
      <p:sp>
        <p:nvSpPr>
          <p:cNvPr id="124" name="Google Shape;124;p3:notes">
            <a:extLst>
              <a:ext uri="{FF2B5EF4-FFF2-40B4-BE49-F238E27FC236}">
                <a16:creationId xmlns:a16="http://schemas.microsoft.com/office/drawing/2014/main" id="{0C10454C-1BE8-2772-E162-803BFB304134}"/>
              </a:ext>
            </a:extLst>
          </p:cNvPr>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125" name="Google Shape;125;p3:notes">
            <a:extLst>
              <a:ext uri="{FF2B5EF4-FFF2-40B4-BE49-F238E27FC236}">
                <a16:creationId xmlns:a16="http://schemas.microsoft.com/office/drawing/2014/main" id="{60E9856B-6D89-3DCA-E06C-E34361A8712C}"/>
              </a:ext>
            </a:extLst>
          </p:cNvPr>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1593163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bc6d53e53_0_36:notes"/>
          <p:cNvSpPr txBox="1">
            <a:spLocks noGrp="1"/>
          </p:cNvSpPr>
          <p:nvPr>
            <p:ph type="body" idx="1"/>
          </p:nvPr>
        </p:nvSpPr>
        <p:spPr>
          <a:xfrm>
            <a:off x="2999310" y="4227905"/>
            <a:ext cx="24003826" cy="3460650"/>
          </a:xfrm>
          <a:prstGeom prst="rect">
            <a:avLst/>
          </a:prstGeom>
          <a:noFill/>
          <a:ln>
            <a:noFill/>
          </a:ln>
        </p:spPr>
        <p:txBody>
          <a:bodyPr spcFirstLastPara="1" wrap="square" lIns="116518" tIns="58239" rIns="116518" bIns="58239" anchor="t" anchorCtr="0">
            <a:noAutofit/>
          </a:bodyPr>
          <a:lstStyle/>
          <a:p>
            <a:pPr marL="0" indent="0">
              <a:buClr>
                <a:schemeClr val="dk1"/>
              </a:buClr>
              <a:buSzPts val="3300"/>
            </a:pPr>
            <a:endParaRPr/>
          </a:p>
        </p:txBody>
      </p:sp>
      <p:sp>
        <p:nvSpPr>
          <p:cNvPr id="154" name="Google Shape;154;g35bc6d53e53_0_36:notes"/>
          <p:cNvSpPr>
            <a:spLocks noGrp="1" noRot="1" noChangeAspect="1"/>
          </p:cNvSpPr>
          <p:nvPr>
            <p:ph type="sldImg" idx="2"/>
          </p:nvPr>
        </p:nvSpPr>
        <p:spPr>
          <a:xfrm>
            <a:off x="12366625" y="1098550"/>
            <a:ext cx="5270500" cy="2965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759625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6863AE95-5D03-526A-4D03-2EA1649181D2}"/>
            </a:ext>
          </a:extLst>
        </p:cNvPr>
        <p:cNvGrpSpPr/>
        <p:nvPr/>
      </p:nvGrpSpPr>
      <p:grpSpPr>
        <a:xfrm>
          <a:off x="0" y="0"/>
          <a:ext cx="0" cy="0"/>
          <a:chOff x="0" y="0"/>
          <a:chExt cx="0" cy="0"/>
        </a:xfrm>
      </p:grpSpPr>
      <p:sp>
        <p:nvSpPr>
          <p:cNvPr id="153" name="Google Shape;153;g35bc6d53e53_0_36:notes">
            <a:extLst>
              <a:ext uri="{FF2B5EF4-FFF2-40B4-BE49-F238E27FC236}">
                <a16:creationId xmlns:a16="http://schemas.microsoft.com/office/drawing/2014/main" id="{67F62848-8D42-8336-D720-0A4F7389E951}"/>
              </a:ext>
            </a:extLst>
          </p:cNvPr>
          <p:cNvSpPr txBox="1">
            <a:spLocks noGrp="1"/>
          </p:cNvSpPr>
          <p:nvPr>
            <p:ph type="body" idx="1"/>
          </p:nvPr>
        </p:nvSpPr>
        <p:spPr>
          <a:xfrm>
            <a:off x="2999310" y="4227905"/>
            <a:ext cx="24003826" cy="3460650"/>
          </a:xfrm>
          <a:prstGeom prst="rect">
            <a:avLst/>
          </a:prstGeom>
          <a:noFill/>
          <a:ln>
            <a:noFill/>
          </a:ln>
        </p:spPr>
        <p:txBody>
          <a:bodyPr spcFirstLastPara="1" wrap="square" lIns="116518" tIns="58239" rIns="116518" bIns="58239" anchor="t" anchorCtr="0">
            <a:noAutofit/>
          </a:bodyPr>
          <a:lstStyle/>
          <a:p>
            <a:pPr marL="0" indent="0">
              <a:buClr>
                <a:schemeClr val="dk1"/>
              </a:buClr>
              <a:buSzPts val="3300"/>
            </a:pPr>
            <a:endParaRPr/>
          </a:p>
        </p:txBody>
      </p:sp>
      <p:sp>
        <p:nvSpPr>
          <p:cNvPr id="154" name="Google Shape;154;g35bc6d53e53_0_36:notes">
            <a:extLst>
              <a:ext uri="{FF2B5EF4-FFF2-40B4-BE49-F238E27FC236}">
                <a16:creationId xmlns:a16="http://schemas.microsoft.com/office/drawing/2014/main" id="{3B79DEA8-FADF-EEFB-59E9-2559412946B2}"/>
              </a:ext>
            </a:extLst>
          </p:cNvPr>
          <p:cNvSpPr>
            <a:spLocks noGrp="1" noRot="1" noChangeAspect="1"/>
          </p:cNvSpPr>
          <p:nvPr>
            <p:ph type="sldImg" idx="2"/>
          </p:nvPr>
        </p:nvSpPr>
        <p:spPr>
          <a:xfrm>
            <a:off x="12366625" y="1098550"/>
            <a:ext cx="5270500" cy="2965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2623346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65D8B937-0EAD-1AF1-7019-6E163B17E9B0}"/>
            </a:ext>
          </a:extLst>
        </p:cNvPr>
        <p:cNvGrpSpPr/>
        <p:nvPr/>
      </p:nvGrpSpPr>
      <p:grpSpPr>
        <a:xfrm>
          <a:off x="0" y="0"/>
          <a:ext cx="0" cy="0"/>
          <a:chOff x="0" y="0"/>
          <a:chExt cx="0" cy="0"/>
        </a:xfrm>
      </p:grpSpPr>
      <p:sp>
        <p:nvSpPr>
          <p:cNvPr id="153" name="Google Shape;153;g35bc6d53e53_0_36:notes">
            <a:extLst>
              <a:ext uri="{FF2B5EF4-FFF2-40B4-BE49-F238E27FC236}">
                <a16:creationId xmlns:a16="http://schemas.microsoft.com/office/drawing/2014/main" id="{F7A85451-A4BE-7418-6F16-0EC5CFD1FFEE}"/>
              </a:ext>
            </a:extLst>
          </p:cNvPr>
          <p:cNvSpPr txBox="1">
            <a:spLocks noGrp="1"/>
          </p:cNvSpPr>
          <p:nvPr>
            <p:ph type="body" idx="1"/>
          </p:nvPr>
        </p:nvSpPr>
        <p:spPr>
          <a:xfrm>
            <a:off x="2999310" y="4227905"/>
            <a:ext cx="24003826" cy="3460650"/>
          </a:xfrm>
          <a:prstGeom prst="rect">
            <a:avLst/>
          </a:prstGeom>
          <a:noFill/>
          <a:ln>
            <a:noFill/>
          </a:ln>
        </p:spPr>
        <p:txBody>
          <a:bodyPr spcFirstLastPara="1" wrap="square" lIns="116518" tIns="58239" rIns="116518" bIns="58239" anchor="t" anchorCtr="0">
            <a:noAutofit/>
          </a:bodyPr>
          <a:lstStyle/>
          <a:p>
            <a:pPr marL="0" indent="0">
              <a:buClr>
                <a:schemeClr val="dk1"/>
              </a:buClr>
              <a:buSzPts val="3300"/>
            </a:pPr>
            <a:endParaRPr/>
          </a:p>
        </p:txBody>
      </p:sp>
      <p:sp>
        <p:nvSpPr>
          <p:cNvPr id="154" name="Google Shape;154;g35bc6d53e53_0_36:notes">
            <a:extLst>
              <a:ext uri="{FF2B5EF4-FFF2-40B4-BE49-F238E27FC236}">
                <a16:creationId xmlns:a16="http://schemas.microsoft.com/office/drawing/2014/main" id="{ADFB3FA3-E2F7-29D7-5FBE-0302EE76F6D8}"/>
              </a:ext>
            </a:extLst>
          </p:cNvPr>
          <p:cNvSpPr>
            <a:spLocks noGrp="1" noRot="1" noChangeAspect="1"/>
          </p:cNvSpPr>
          <p:nvPr>
            <p:ph type="sldImg" idx="2"/>
          </p:nvPr>
        </p:nvSpPr>
        <p:spPr>
          <a:xfrm>
            <a:off x="12366625" y="1098550"/>
            <a:ext cx="5270500" cy="2965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23781472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a:extLst>
            <a:ext uri="{FF2B5EF4-FFF2-40B4-BE49-F238E27FC236}">
              <a16:creationId xmlns:a16="http://schemas.microsoft.com/office/drawing/2014/main" id="{3707C356-8126-43A4-6D59-63FF2C5E17E5}"/>
            </a:ext>
          </a:extLst>
        </p:cNvPr>
        <p:cNvGrpSpPr/>
        <p:nvPr/>
      </p:nvGrpSpPr>
      <p:grpSpPr>
        <a:xfrm>
          <a:off x="0" y="0"/>
          <a:ext cx="0" cy="0"/>
          <a:chOff x="0" y="0"/>
          <a:chExt cx="0" cy="0"/>
        </a:xfrm>
      </p:grpSpPr>
      <p:sp>
        <p:nvSpPr>
          <p:cNvPr id="283" name="Google Shape;283;p16:notes">
            <a:extLst>
              <a:ext uri="{FF2B5EF4-FFF2-40B4-BE49-F238E27FC236}">
                <a16:creationId xmlns:a16="http://schemas.microsoft.com/office/drawing/2014/main" id="{1DB9356B-F502-CDA1-6F79-FD2AFB8D39C1}"/>
              </a:ext>
            </a:extLst>
          </p:cNvPr>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284" name="Google Shape;284;p16:notes">
            <a:extLst>
              <a:ext uri="{FF2B5EF4-FFF2-40B4-BE49-F238E27FC236}">
                <a16:creationId xmlns:a16="http://schemas.microsoft.com/office/drawing/2014/main" id="{F527BB0A-F38A-D27F-2053-CC9396B9A89E}"/>
              </a:ext>
            </a:extLst>
          </p:cNvPr>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3361530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7:notes"/>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297" name="Google Shape;297;p17:notes"/>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3584770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9:notes"/>
          <p:cNvSpPr txBox="1">
            <a:spLocks noGrp="1"/>
          </p:cNvSpPr>
          <p:nvPr>
            <p:ph type="body" idx="1"/>
          </p:nvPr>
        </p:nvSpPr>
        <p:spPr>
          <a:xfrm>
            <a:off x="1023139" y="3418407"/>
            <a:ext cx="8188312" cy="2798069"/>
          </a:xfrm>
          <a:prstGeom prst="rect">
            <a:avLst/>
          </a:prstGeom>
          <a:noFill/>
          <a:ln>
            <a:noFill/>
          </a:ln>
        </p:spPr>
        <p:txBody>
          <a:bodyPr spcFirstLastPara="1" wrap="square" lIns="49232" tIns="24609" rIns="49232" bIns="24609" anchor="t" anchorCtr="0">
            <a:noAutofit/>
          </a:bodyPr>
          <a:lstStyle/>
          <a:p>
            <a:pPr marL="0" indent="0"/>
            <a:endParaRPr/>
          </a:p>
        </p:txBody>
      </p:sp>
      <p:sp>
        <p:nvSpPr>
          <p:cNvPr id="336" name="Google Shape;336;p19:notes"/>
          <p:cNvSpPr>
            <a:spLocks noGrp="1" noRot="1" noChangeAspect="1"/>
          </p:cNvSpPr>
          <p:nvPr>
            <p:ph type="sldImg" idx="2"/>
          </p:nvPr>
        </p:nvSpPr>
        <p:spPr>
          <a:xfrm>
            <a:off x="2986088" y="887413"/>
            <a:ext cx="4262437" cy="23971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486807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5bc6d53e53_0_361:notes"/>
          <p:cNvSpPr txBox="1">
            <a:spLocks noGrp="1"/>
          </p:cNvSpPr>
          <p:nvPr>
            <p:ph type="body" idx="1"/>
          </p:nvPr>
        </p:nvSpPr>
        <p:spPr>
          <a:xfrm>
            <a:off x="2999310" y="4227905"/>
            <a:ext cx="24003826" cy="3460650"/>
          </a:xfrm>
          <a:prstGeom prst="rect">
            <a:avLst/>
          </a:prstGeom>
          <a:noFill/>
          <a:ln>
            <a:noFill/>
          </a:ln>
        </p:spPr>
        <p:txBody>
          <a:bodyPr spcFirstLastPara="1" wrap="square" lIns="116518" tIns="58239" rIns="116518" bIns="58239" anchor="t" anchorCtr="0">
            <a:noAutofit/>
          </a:bodyPr>
          <a:lstStyle/>
          <a:p>
            <a:pPr marL="0" indent="0">
              <a:buClr>
                <a:schemeClr val="dk1"/>
              </a:buClr>
              <a:buSzPts val="3300"/>
            </a:pPr>
            <a:endParaRPr/>
          </a:p>
        </p:txBody>
      </p:sp>
      <p:sp>
        <p:nvSpPr>
          <p:cNvPr id="398" name="Google Shape;398;g35bc6d53e53_0_361:notes"/>
          <p:cNvSpPr>
            <a:spLocks noGrp="1" noRot="1" noChangeAspect="1"/>
          </p:cNvSpPr>
          <p:nvPr>
            <p:ph type="sldImg" idx="2"/>
          </p:nvPr>
        </p:nvSpPr>
        <p:spPr>
          <a:xfrm>
            <a:off x="12366625" y="1098550"/>
            <a:ext cx="5270500" cy="2965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4161322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5bc6d53e53_0_397:notes"/>
          <p:cNvSpPr txBox="1">
            <a:spLocks noGrp="1"/>
          </p:cNvSpPr>
          <p:nvPr>
            <p:ph type="body" idx="1"/>
          </p:nvPr>
        </p:nvSpPr>
        <p:spPr>
          <a:xfrm>
            <a:off x="2999310" y="4227905"/>
            <a:ext cx="24003826" cy="3460650"/>
          </a:xfrm>
          <a:prstGeom prst="rect">
            <a:avLst/>
          </a:prstGeom>
          <a:noFill/>
          <a:ln>
            <a:noFill/>
          </a:ln>
        </p:spPr>
        <p:txBody>
          <a:bodyPr spcFirstLastPara="1" wrap="square" lIns="116518" tIns="58239" rIns="116518" bIns="58239" anchor="t" anchorCtr="0">
            <a:noAutofit/>
          </a:bodyPr>
          <a:lstStyle/>
          <a:p>
            <a:pPr marL="0" indent="0">
              <a:buClr>
                <a:schemeClr val="dk1"/>
              </a:buClr>
              <a:buSzPts val="3300"/>
            </a:pPr>
            <a:endParaRPr/>
          </a:p>
        </p:txBody>
      </p:sp>
      <p:sp>
        <p:nvSpPr>
          <p:cNvPr id="437" name="Google Shape;437;g35bc6d53e53_0_397:notes"/>
          <p:cNvSpPr>
            <a:spLocks noGrp="1" noRot="1" noChangeAspect="1"/>
          </p:cNvSpPr>
          <p:nvPr>
            <p:ph type="sldImg" idx="2"/>
          </p:nvPr>
        </p:nvSpPr>
        <p:spPr>
          <a:xfrm>
            <a:off x="12366625" y="1098550"/>
            <a:ext cx="5270500" cy="2965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extLst>
      <p:ext uri="{BB962C8B-B14F-4D97-AF65-F5344CB8AC3E}">
        <p14:creationId xmlns:p14="http://schemas.microsoft.com/office/powerpoint/2010/main" val="3017843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581025" y="407987"/>
            <a:ext cx="18942050" cy="484187"/>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sz="3000" b="0" i="1">
                <a:solidFill>
                  <a:srgbClr val="422C75"/>
                </a:solidFill>
                <a:latin typeface="Playfair Display"/>
                <a:ea typeface="Playfair Display"/>
                <a:cs typeface="Playfair Display"/>
                <a:sym typeface="Playfair Display"/>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2746375" y="2613025"/>
            <a:ext cx="14611350" cy="227171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SzPts val="1400"/>
              <a:buNone/>
              <a:defRPr b="0" i="0">
                <a:solidFill>
                  <a:schemeClr val="dk1"/>
                </a:solidFill>
              </a:defRPr>
            </a:lvl1pPr>
            <a:lvl2pPr marL="914400" lvl="1" indent="-228600" algn="l">
              <a:lnSpc>
                <a:spcPct val="100000"/>
              </a:lnSpc>
              <a:spcBef>
                <a:spcPts val="360"/>
              </a:spcBef>
              <a:spcAft>
                <a:spcPts val="0"/>
              </a:spcAft>
              <a:buSzPts val="1400"/>
              <a:buNone/>
              <a:defRPr/>
            </a:lvl2pPr>
            <a:lvl3pPr marL="1371600" lvl="2" indent="-228600" algn="l">
              <a:lnSpc>
                <a:spcPct val="100000"/>
              </a:lnSpc>
              <a:spcBef>
                <a:spcPts val="360"/>
              </a:spcBef>
              <a:spcAft>
                <a:spcPts val="0"/>
              </a:spcAft>
              <a:buSzPts val="1400"/>
              <a:buNone/>
              <a:defRPr/>
            </a:lvl3pPr>
            <a:lvl4pPr marL="1828800" lvl="3" indent="-228600" algn="l">
              <a:lnSpc>
                <a:spcPct val="100000"/>
              </a:lnSpc>
              <a:spcBef>
                <a:spcPts val="360"/>
              </a:spcBef>
              <a:spcAft>
                <a:spcPts val="0"/>
              </a:spcAft>
              <a:buSzPts val="1400"/>
              <a:buNone/>
              <a:defRPr/>
            </a:lvl4pPr>
            <a:lvl5pPr marL="2286000" lvl="4" indent="-228600" algn="l">
              <a:lnSpc>
                <a:spcPct val="100000"/>
              </a:lnSpc>
              <a:spcBef>
                <a:spcPts val="36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6835775" y="10517187"/>
            <a:ext cx="6432550" cy="566737"/>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dt" idx="10"/>
          </p:nvPr>
        </p:nvSpPr>
        <p:spPr>
          <a:xfrm>
            <a:off x="1004887" y="10517187"/>
            <a:ext cx="4624387" cy="56673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4474825" y="10517187"/>
            <a:ext cx="4624387" cy="566737"/>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1382157" y="602118"/>
            <a:ext cx="17339700" cy="2186100"/>
          </a:xfrm>
          <a:prstGeom prst="rect">
            <a:avLst/>
          </a:prstGeom>
          <a:noFill/>
          <a:ln>
            <a:noFill/>
          </a:ln>
        </p:spPr>
        <p:txBody>
          <a:bodyPr spcFirstLastPara="1" wrap="square" lIns="150750" tIns="75350" rIns="150750" bIns="75350" anchor="ctr" anchorCtr="0">
            <a:normAutofit/>
          </a:bodyPr>
          <a:lstStyle>
            <a:lvl1pPr lvl="0" algn="l">
              <a:lnSpc>
                <a:spcPct val="90000"/>
              </a:lnSpc>
              <a:spcBef>
                <a:spcPts val="0"/>
              </a:spcBef>
              <a:spcAft>
                <a:spcPts val="0"/>
              </a:spcAft>
              <a:buClr>
                <a:schemeClr val="dk1"/>
              </a:buClr>
              <a:buSzPts val="30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29" name="Google Shape;29;p4"/>
          <p:cNvSpPr txBox="1">
            <a:spLocks noGrp="1"/>
          </p:cNvSpPr>
          <p:nvPr>
            <p:ph type="body" idx="1"/>
          </p:nvPr>
        </p:nvSpPr>
        <p:spPr>
          <a:xfrm>
            <a:off x="1382157" y="3010591"/>
            <a:ext cx="17339700" cy="71754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30" name="Google Shape;30;p4"/>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31" name="Google Shape;31;p4"/>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32" name="Google Shape;32;p4"/>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5"/>
          <p:cNvSpPr txBox="1">
            <a:spLocks noGrp="1"/>
          </p:cNvSpPr>
          <p:nvPr>
            <p:ph type="ctrTitle"/>
          </p:nvPr>
        </p:nvSpPr>
        <p:spPr>
          <a:xfrm>
            <a:off x="2513013" y="1850860"/>
            <a:ext cx="15078000" cy="3937500"/>
          </a:xfrm>
          <a:prstGeom prst="rect">
            <a:avLst/>
          </a:prstGeom>
          <a:noFill/>
          <a:ln>
            <a:noFill/>
          </a:ln>
        </p:spPr>
        <p:txBody>
          <a:bodyPr spcFirstLastPara="1" wrap="square" lIns="150750" tIns="75350" rIns="150750" bIns="75350" anchor="b" anchorCtr="0">
            <a:normAutofit/>
          </a:bodyPr>
          <a:lstStyle>
            <a:lvl1pPr lvl="0" algn="ctr">
              <a:lnSpc>
                <a:spcPct val="90000"/>
              </a:lnSpc>
              <a:spcBef>
                <a:spcPts val="0"/>
              </a:spcBef>
              <a:spcAft>
                <a:spcPts val="0"/>
              </a:spcAft>
              <a:buClr>
                <a:schemeClr val="dk1"/>
              </a:buClr>
              <a:buSzPts val="9900"/>
              <a:buFont typeface="Play"/>
              <a:buNone/>
              <a:defRPr sz="99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35" name="Google Shape;35;p5"/>
          <p:cNvSpPr txBox="1">
            <a:spLocks noGrp="1"/>
          </p:cNvSpPr>
          <p:nvPr>
            <p:ph type="subTitle" idx="1"/>
          </p:nvPr>
        </p:nvSpPr>
        <p:spPr>
          <a:xfrm>
            <a:off x="2513013" y="5940027"/>
            <a:ext cx="15078000" cy="2730300"/>
          </a:xfrm>
          <a:prstGeom prst="rect">
            <a:avLst/>
          </a:prstGeom>
          <a:noFill/>
          <a:ln>
            <a:noFill/>
          </a:ln>
        </p:spPr>
        <p:txBody>
          <a:bodyPr spcFirstLastPara="1" wrap="square" lIns="150750" tIns="75350" rIns="150750" bIns="75350" anchor="t" anchorCtr="0">
            <a:normAutofit/>
          </a:bodyPr>
          <a:lstStyle>
            <a:lvl1pPr lvl="0" algn="ctr">
              <a:lnSpc>
                <a:spcPct val="90000"/>
              </a:lnSpc>
              <a:spcBef>
                <a:spcPts val="1600"/>
              </a:spcBef>
              <a:spcAft>
                <a:spcPts val="0"/>
              </a:spcAft>
              <a:buClr>
                <a:schemeClr val="dk1"/>
              </a:buClr>
              <a:buSzPts val="4000"/>
              <a:buNone/>
              <a:defRPr sz="4000"/>
            </a:lvl1pPr>
            <a:lvl2pPr lvl="1" algn="ctr">
              <a:lnSpc>
                <a:spcPct val="90000"/>
              </a:lnSpc>
              <a:spcBef>
                <a:spcPts val="800"/>
              </a:spcBef>
              <a:spcAft>
                <a:spcPts val="0"/>
              </a:spcAft>
              <a:buClr>
                <a:schemeClr val="dk1"/>
              </a:buClr>
              <a:buSzPts val="3300"/>
              <a:buNone/>
              <a:defRPr sz="3300"/>
            </a:lvl2pPr>
            <a:lvl3pPr lvl="2" algn="ctr">
              <a:lnSpc>
                <a:spcPct val="90000"/>
              </a:lnSpc>
              <a:spcBef>
                <a:spcPts val="800"/>
              </a:spcBef>
              <a:spcAft>
                <a:spcPts val="0"/>
              </a:spcAft>
              <a:buClr>
                <a:schemeClr val="dk1"/>
              </a:buClr>
              <a:buSzPts val="3000"/>
              <a:buNone/>
              <a:defRPr sz="3000"/>
            </a:lvl3pPr>
            <a:lvl4pPr lvl="3" algn="ctr">
              <a:lnSpc>
                <a:spcPct val="90000"/>
              </a:lnSpc>
              <a:spcBef>
                <a:spcPts val="800"/>
              </a:spcBef>
              <a:spcAft>
                <a:spcPts val="0"/>
              </a:spcAft>
              <a:buClr>
                <a:schemeClr val="dk1"/>
              </a:buClr>
              <a:buSzPts val="2600"/>
              <a:buNone/>
              <a:defRPr sz="2600"/>
            </a:lvl4pPr>
            <a:lvl5pPr lvl="4" algn="ctr">
              <a:lnSpc>
                <a:spcPct val="90000"/>
              </a:lnSpc>
              <a:spcBef>
                <a:spcPts val="800"/>
              </a:spcBef>
              <a:spcAft>
                <a:spcPts val="0"/>
              </a:spcAft>
              <a:buClr>
                <a:schemeClr val="dk1"/>
              </a:buClr>
              <a:buSzPts val="2600"/>
              <a:buNone/>
              <a:defRPr sz="2600"/>
            </a:lvl5pPr>
            <a:lvl6pPr lvl="5" algn="ctr">
              <a:lnSpc>
                <a:spcPct val="90000"/>
              </a:lnSpc>
              <a:spcBef>
                <a:spcPts val="800"/>
              </a:spcBef>
              <a:spcAft>
                <a:spcPts val="0"/>
              </a:spcAft>
              <a:buClr>
                <a:schemeClr val="dk1"/>
              </a:buClr>
              <a:buSzPts val="2600"/>
              <a:buNone/>
              <a:defRPr sz="2600"/>
            </a:lvl6pPr>
            <a:lvl7pPr lvl="6" algn="ctr">
              <a:lnSpc>
                <a:spcPct val="90000"/>
              </a:lnSpc>
              <a:spcBef>
                <a:spcPts val="800"/>
              </a:spcBef>
              <a:spcAft>
                <a:spcPts val="0"/>
              </a:spcAft>
              <a:buClr>
                <a:schemeClr val="dk1"/>
              </a:buClr>
              <a:buSzPts val="2600"/>
              <a:buNone/>
              <a:defRPr sz="2600"/>
            </a:lvl7pPr>
            <a:lvl8pPr lvl="7" algn="ctr">
              <a:lnSpc>
                <a:spcPct val="90000"/>
              </a:lnSpc>
              <a:spcBef>
                <a:spcPts val="800"/>
              </a:spcBef>
              <a:spcAft>
                <a:spcPts val="0"/>
              </a:spcAft>
              <a:buClr>
                <a:schemeClr val="dk1"/>
              </a:buClr>
              <a:buSzPts val="2600"/>
              <a:buNone/>
              <a:defRPr sz="2600"/>
            </a:lvl8pPr>
            <a:lvl9pPr lvl="8" algn="ctr">
              <a:lnSpc>
                <a:spcPct val="90000"/>
              </a:lnSpc>
              <a:spcBef>
                <a:spcPts val="800"/>
              </a:spcBef>
              <a:spcAft>
                <a:spcPts val="0"/>
              </a:spcAft>
              <a:buClr>
                <a:schemeClr val="dk1"/>
              </a:buClr>
              <a:buSzPts val="2600"/>
              <a:buNone/>
              <a:defRPr sz="2600"/>
            </a:lvl9pPr>
          </a:lstStyle>
          <a:p>
            <a:endParaRPr/>
          </a:p>
        </p:txBody>
      </p:sp>
      <p:sp>
        <p:nvSpPr>
          <p:cNvPr id="36" name="Google Shape;36;p5"/>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37" name="Google Shape;37;p5"/>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38" name="Google Shape;38;p5"/>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1371686" y="2819485"/>
            <a:ext cx="17339700" cy="4704300"/>
          </a:xfrm>
          <a:prstGeom prst="rect">
            <a:avLst/>
          </a:prstGeom>
          <a:noFill/>
          <a:ln>
            <a:noFill/>
          </a:ln>
        </p:spPr>
        <p:txBody>
          <a:bodyPr spcFirstLastPara="1" wrap="square" lIns="150750" tIns="75350" rIns="150750" bIns="75350" anchor="b" anchorCtr="0">
            <a:normAutofit/>
          </a:bodyPr>
          <a:lstStyle>
            <a:lvl1pPr lvl="0" algn="l">
              <a:lnSpc>
                <a:spcPct val="90000"/>
              </a:lnSpc>
              <a:spcBef>
                <a:spcPts val="0"/>
              </a:spcBef>
              <a:spcAft>
                <a:spcPts val="0"/>
              </a:spcAft>
              <a:buClr>
                <a:schemeClr val="dk1"/>
              </a:buClr>
              <a:buSzPts val="9900"/>
              <a:buFont typeface="Play"/>
              <a:buNone/>
              <a:defRPr sz="99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41" name="Google Shape;41;p6"/>
          <p:cNvSpPr txBox="1">
            <a:spLocks noGrp="1"/>
          </p:cNvSpPr>
          <p:nvPr>
            <p:ph type="body" idx="1"/>
          </p:nvPr>
        </p:nvSpPr>
        <p:spPr>
          <a:xfrm>
            <a:off x="1371686" y="7568364"/>
            <a:ext cx="17339700" cy="2474100"/>
          </a:xfrm>
          <a:prstGeom prst="rect">
            <a:avLst/>
          </a:prstGeom>
          <a:noFill/>
          <a:ln>
            <a:noFill/>
          </a:ln>
        </p:spPr>
        <p:txBody>
          <a:bodyPr spcFirstLastPara="1" wrap="square" lIns="150750" tIns="75350" rIns="150750" bIns="75350" anchor="t" anchorCtr="0">
            <a:normAutofit/>
          </a:bodyPr>
          <a:lstStyle>
            <a:lvl1pPr marL="457200" lvl="0" indent="-228600" algn="l">
              <a:lnSpc>
                <a:spcPct val="90000"/>
              </a:lnSpc>
              <a:spcBef>
                <a:spcPts val="1600"/>
              </a:spcBef>
              <a:spcAft>
                <a:spcPts val="0"/>
              </a:spcAft>
              <a:buClr>
                <a:srgbClr val="757575"/>
              </a:buClr>
              <a:buSzPts val="4000"/>
              <a:buNone/>
              <a:defRPr sz="4000">
                <a:solidFill>
                  <a:srgbClr val="757575"/>
                </a:solidFill>
              </a:defRPr>
            </a:lvl1pPr>
            <a:lvl2pPr marL="914400" lvl="1" indent="-228600" algn="l">
              <a:lnSpc>
                <a:spcPct val="90000"/>
              </a:lnSpc>
              <a:spcBef>
                <a:spcPts val="800"/>
              </a:spcBef>
              <a:spcAft>
                <a:spcPts val="0"/>
              </a:spcAft>
              <a:buClr>
                <a:srgbClr val="757575"/>
              </a:buClr>
              <a:buSzPts val="3300"/>
              <a:buNone/>
              <a:defRPr sz="3300">
                <a:solidFill>
                  <a:srgbClr val="757575"/>
                </a:solidFill>
              </a:defRPr>
            </a:lvl2pPr>
            <a:lvl3pPr marL="1371600" lvl="2" indent="-228600" algn="l">
              <a:lnSpc>
                <a:spcPct val="90000"/>
              </a:lnSpc>
              <a:spcBef>
                <a:spcPts val="800"/>
              </a:spcBef>
              <a:spcAft>
                <a:spcPts val="0"/>
              </a:spcAft>
              <a:buClr>
                <a:srgbClr val="757575"/>
              </a:buClr>
              <a:buSzPts val="3000"/>
              <a:buNone/>
              <a:defRPr sz="3000">
                <a:solidFill>
                  <a:srgbClr val="757575"/>
                </a:solidFill>
              </a:defRPr>
            </a:lvl3pPr>
            <a:lvl4pPr marL="1828800" lvl="3" indent="-228600" algn="l">
              <a:lnSpc>
                <a:spcPct val="90000"/>
              </a:lnSpc>
              <a:spcBef>
                <a:spcPts val="800"/>
              </a:spcBef>
              <a:spcAft>
                <a:spcPts val="0"/>
              </a:spcAft>
              <a:buClr>
                <a:srgbClr val="757575"/>
              </a:buClr>
              <a:buSzPts val="2600"/>
              <a:buNone/>
              <a:defRPr sz="2600">
                <a:solidFill>
                  <a:srgbClr val="757575"/>
                </a:solidFill>
              </a:defRPr>
            </a:lvl4pPr>
            <a:lvl5pPr marL="2286000" lvl="4" indent="-228600" algn="l">
              <a:lnSpc>
                <a:spcPct val="90000"/>
              </a:lnSpc>
              <a:spcBef>
                <a:spcPts val="800"/>
              </a:spcBef>
              <a:spcAft>
                <a:spcPts val="0"/>
              </a:spcAft>
              <a:buClr>
                <a:srgbClr val="757575"/>
              </a:buClr>
              <a:buSzPts val="2600"/>
              <a:buNone/>
              <a:defRPr sz="2600">
                <a:solidFill>
                  <a:srgbClr val="757575"/>
                </a:solidFill>
              </a:defRPr>
            </a:lvl5pPr>
            <a:lvl6pPr marL="2743200" lvl="5" indent="-228600" algn="l">
              <a:lnSpc>
                <a:spcPct val="90000"/>
              </a:lnSpc>
              <a:spcBef>
                <a:spcPts val="800"/>
              </a:spcBef>
              <a:spcAft>
                <a:spcPts val="0"/>
              </a:spcAft>
              <a:buClr>
                <a:srgbClr val="757575"/>
              </a:buClr>
              <a:buSzPts val="2600"/>
              <a:buNone/>
              <a:defRPr sz="2600">
                <a:solidFill>
                  <a:srgbClr val="757575"/>
                </a:solidFill>
              </a:defRPr>
            </a:lvl6pPr>
            <a:lvl7pPr marL="3200400" lvl="6" indent="-228600" algn="l">
              <a:lnSpc>
                <a:spcPct val="90000"/>
              </a:lnSpc>
              <a:spcBef>
                <a:spcPts val="800"/>
              </a:spcBef>
              <a:spcAft>
                <a:spcPts val="0"/>
              </a:spcAft>
              <a:buClr>
                <a:srgbClr val="757575"/>
              </a:buClr>
              <a:buSzPts val="2600"/>
              <a:buNone/>
              <a:defRPr sz="2600">
                <a:solidFill>
                  <a:srgbClr val="757575"/>
                </a:solidFill>
              </a:defRPr>
            </a:lvl7pPr>
            <a:lvl8pPr marL="3657600" lvl="7" indent="-228600" algn="l">
              <a:lnSpc>
                <a:spcPct val="90000"/>
              </a:lnSpc>
              <a:spcBef>
                <a:spcPts val="800"/>
              </a:spcBef>
              <a:spcAft>
                <a:spcPts val="0"/>
              </a:spcAft>
              <a:buClr>
                <a:srgbClr val="757575"/>
              </a:buClr>
              <a:buSzPts val="2600"/>
              <a:buNone/>
              <a:defRPr sz="2600">
                <a:solidFill>
                  <a:srgbClr val="757575"/>
                </a:solidFill>
              </a:defRPr>
            </a:lvl8pPr>
            <a:lvl9pPr marL="4114800" lvl="8" indent="-228600" algn="l">
              <a:lnSpc>
                <a:spcPct val="90000"/>
              </a:lnSpc>
              <a:spcBef>
                <a:spcPts val="800"/>
              </a:spcBef>
              <a:spcAft>
                <a:spcPts val="0"/>
              </a:spcAft>
              <a:buClr>
                <a:srgbClr val="757575"/>
              </a:buClr>
              <a:buSzPts val="2600"/>
              <a:buNone/>
              <a:defRPr sz="2600">
                <a:solidFill>
                  <a:srgbClr val="757575"/>
                </a:solidFill>
              </a:defRPr>
            </a:lvl9pPr>
          </a:lstStyle>
          <a:p>
            <a:endParaRPr/>
          </a:p>
        </p:txBody>
      </p:sp>
      <p:sp>
        <p:nvSpPr>
          <p:cNvPr id="42" name="Google Shape;42;p6"/>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43" name="Google Shape;43;p6"/>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44" name="Google Shape;44;p6"/>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382157" y="602118"/>
            <a:ext cx="17339700" cy="2186100"/>
          </a:xfrm>
          <a:prstGeom prst="rect">
            <a:avLst/>
          </a:prstGeom>
          <a:noFill/>
          <a:ln>
            <a:noFill/>
          </a:ln>
        </p:spPr>
        <p:txBody>
          <a:bodyPr spcFirstLastPara="1" wrap="square" lIns="150750" tIns="75350" rIns="150750" bIns="75350" anchor="ctr" anchorCtr="0">
            <a:normAutofit/>
          </a:bodyPr>
          <a:lstStyle>
            <a:lvl1pPr lvl="0" algn="l">
              <a:lnSpc>
                <a:spcPct val="90000"/>
              </a:lnSpc>
              <a:spcBef>
                <a:spcPts val="0"/>
              </a:spcBef>
              <a:spcAft>
                <a:spcPts val="0"/>
              </a:spcAft>
              <a:buClr>
                <a:schemeClr val="dk1"/>
              </a:buClr>
              <a:buSzPts val="30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47" name="Google Shape;47;p7"/>
          <p:cNvSpPr txBox="1">
            <a:spLocks noGrp="1"/>
          </p:cNvSpPr>
          <p:nvPr>
            <p:ph type="body" idx="1"/>
          </p:nvPr>
        </p:nvSpPr>
        <p:spPr>
          <a:xfrm>
            <a:off x="1382157" y="3010591"/>
            <a:ext cx="8544300" cy="71754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48" name="Google Shape;48;p7"/>
          <p:cNvSpPr txBox="1">
            <a:spLocks noGrp="1"/>
          </p:cNvSpPr>
          <p:nvPr>
            <p:ph type="body" idx="2"/>
          </p:nvPr>
        </p:nvSpPr>
        <p:spPr>
          <a:xfrm>
            <a:off x="10177701" y="3010591"/>
            <a:ext cx="8544300" cy="71754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49" name="Google Shape;49;p7"/>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50" name="Google Shape;50;p7"/>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51" name="Google Shape;51;p7"/>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8"/>
          <p:cNvSpPr txBox="1">
            <a:spLocks noGrp="1"/>
          </p:cNvSpPr>
          <p:nvPr>
            <p:ph type="title"/>
          </p:nvPr>
        </p:nvSpPr>
        <p:spPr>
          <a:xfrm>
            <a:off x="1384775" y="602118"/>
            <a:ext cx="17339700" cy="2186100"/>
          </a:xfrm>
          <a:prstGeom prst="rect">
            <a:avLst/>
          </a:prstGeom>
          <a:noFill/>
          <a:ln>
            <a:noFill/>
          </a:ln>
        </p:spPr>
        <p:txBody>
          <a:bodyPr spcFirstLastPara="1" wrap="square" lIns="150750" tIns="75350" rIns="150750" bIns="75350" anchor="ctr" anchorCtr="0">
            <a:normAutofit/>
          </a:bodyPr>
          <a:lstStyle>
            <a:lvl1pPr lvl="0" algn="l">
              <a:lnSpc>
                <a:spcPct val="90000"/>
              </a:lnSpc>
              <a:spcBef>
                <a:spcPts val="0"/>
              </a:spcBef>
              <a:spcAft>
                <a:spcPts val="0"/>
              </a:spcAft>
              <a:buClr>
                <a:schemeClr val="dk1"/>
              </a:buClr>
              <a:buSzPts val="30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54" name="Google Shape;54;p8"/>
          <p:cNvSpPr txBox="1">
            <a:spLocks noGrp="1"/>
          </p:cNvSpPr>
          <p:nvPr>
            <p:ph type="body" idx="1"/>
          </p:nvPr>
        </p:nvSpPr>
        <p:spPr>
          <a:xfrm>
            <a:off x="1384775" y="2772362"/>
            <a:ext cx="8505300" cy="1358400"/>
          </a:xfrm>
          <a:prstGeom prst="rect">
            <a:avLst/>
          </a:prstGeom>
          <a:noFill/>
          <a:ln>
            <a:noFill/>
          </a:ln>
        </p:spPr>
        <p:txBody>
          <a:bodyPr spcFirstLastPara="1" wrap="square" lIns="150750" tIns="75350" rIns="150750" bIns="75350" anchor="b" anchorCtr="0">
            <a:normAutofit/>
          </a:bodyPr>
          <a:lstStyle>
            <a:lvl1pPr marL="457200" lvl="0" indent="-228600" algn="l">
              <a:lnSpc>
                <a:spcPct val="90000"/>
              </a:lnSpc>
              <a:spcBef>
                <a:spcPts val="1600"/>
              </a:spcBef>
              <a:spcAft>
                <a:spcPts val="0"/>
              </a:spcAft>
              <a:buClr>
                <a:schemeClr val="dk1"/>
              </a:buClr>
              <a:buSzPts val="4000"/>
              <a:buNone/>
              <a:defRPr sz="4000" b="1"/>
            </a:lvl1pPr>
            <a:lvl2pPr marL="914400" lvl="1" indent="-228600" algn="l">
              <a:lnSpc>
                <a:spcPct val="90000"/>
              </a:lnSpc>
              <a:spcBef>
                <a:spcPts val="800"/>
              </a:spcBef>
              <a:spcAft>
                <a:spcPts val="0"/>
              </a:spcAft>
              <a:buClr>
                <a:schemeClr val="dk1"/>
              </a:buClr>
              <a:buSzPts val="3300"/>
              <a:buNone/>
              <a:defRPr sz="3300" b="1"/>
            </a:lvl2pPr>
            <a:lvl3pPr marL="1371600" lvl="2" indent="-228600" algn="l">
              <a:lnSpc>
                <a:spcPct val="90000"/>
              </a:lnSpc>
              <a:spcBef>
                <a:spcPts val="800"/>
              </a:spcBef>
              <a:spcAft>
                <a:spcPts val="0"/>
              </a:spcAft>
              <a:buClr>
                <a:schemeClr val="dk1"/>
              </a:buClr>
              <a:buSzPts val="3000"/>
              <a:buNone/>
              <a:defRPr sz="3000" b="1"/>
            </a:lvl3pPr>
            <a:lvl4pPr marL="1828800" lvl="3" indent="-228600" algn="l">
              <a:lnSpc>
                <a:spcPct val="90000"/>
              </a:lnSpc>
              <a:spcBef>
                <a:spcPts val="800"/>
              </a:spcBef>
              <a:spcAft>
                <a:spcPts val="0"/>
              </a:spcAft>
              <a:buClr>
                <a:schemeClr val="dk1"/>
              </a:buClr>
              <a:buSzPts val="2600"/>
              <a:buNone/>
              <a:defRPr sz="2600" b="1"/>
            </a:lvl4pPr>
            <a:lvl5pPr marL="2286000" lvl="4" indent="-228600" algn="l">
              <a:lnSpc>
                <a:spcPct val="90000"/>
              </a:lnSpc>
              <a:spcBef>
                <a:spcPts val="800"/>
              </a:spcBef>
              <a:spcAft>
                <a:spcPts val="0"/>
              </a:spcAft>
              <a:buClr>
                <a:schemeClr val="dk1"/>
              </a:buClr>
              <a:buSzPts val="2600"/>
              <a:buNone/>
              <a:defRPr sz="2600" b="1"/>
            </a:lvl5pPr>
            <a:lvl6pPr marL="2743200" lvl="5" indent="-228600" algn="l">
              <a:lnSpc>
                <a:spcPct val="90000"/>
              </a:lnSpc>
              <a:spcBef>
                <a:spcPts val="800"/>
              </a:spcBef>
              <a:spcAft>
                <a:spcPts val="0"/>
              </a:spcAft>
              <a:buClr>
                <a:schemeClr val="dk1"/>
              </a:buClr>
              <a:buSzPts val="2600"/>
              <a:buNone/>
              <a:defRPr sz="2600" b="1"/>
            </a:lvl6pPr>
            <a:lvl7pPr marL="3200400" lvl="6" indent="-228600" algn="l">
              <a:lnSpc>
                <a:spcPct val="90000"/>
              </a:lnSpc>
              <a:spcBef>
                <a:spcPts val="800"/>
              </a:spcBef>
              <a:spcAft>
                <a:spcPts val="0"/>
              </a:spcAft>
              <a:buClr>
                <a:schemeClr val="dk1"/>
              </a:buClr>
              <a:buSzPts val="2600"/>
              <a:buNone/>
              <a:defRPr sz="2600" b="1"/>
            </a:lvl7pPr>
            <a:lvl8pPr marL="3657600" lvl="7" indent="-228600" algn="l">
              <a:lnSpc>
                <a:spcPct val="90000"/>
              </a:lnSpc>
              <a:spcBef>
                <a:spcPts val="800"/>
              </a:spcBef>
              <a:spcAft>
                <a:spcPts val="0"/>
              </a:spcAft>
              <a:buClr>
                <a:schemeClr val="dk1"/>
              </a:buClr>
              <a:buSzPts val="2600"/>
              <a:buNone/>
              <a:defRPr sz="2600" b="1"/>
            </a:lvl8pPr>
            <a:lvl9pPr marL="4114800" lvl="8" indent="-228600" algn="l">
              <a:lnSpc>
                <a:spcPct val="90000"/>
              </a:lnSpc>
              <a:spcBef>
                <a:spcPts val="800"/>
              </a:spcBef>
              <a:spcAft>
                <a:spcPts val="0"/>
              </a:spcAft>
              <a:buClr>
                <a:schemeClr val="dk1"/>
              </a:buClr>
              <a:buSzPts val="2600"/>
              <a:buNone/>
              <a:defRPr sz="2600" b="1"/>
            </a:lvl9pPr>
          </a:lstStyle>
          <a:p>
            <a:endParaRPr/>
          </a:p>
        </p:txBody>
      </p:sp>
      <p:sp>
        <p:nvSpPr>
          <p:cNvPr id="55" name="Google Shape;55;p8"/>
          <p:cNvSpPr txBox="1">
            <a:spLocks noGrp="1"/>
          </p:cNvSpPr>
          <p:nvPr>
            <p:ph type="body" idx="2"/>
          </p:nvPr>
        </p:nvSpPr>
        <p:spPr>
          <a:xfrm>
            <a:off x="1384775" y="4131054"/>
            <a:ext cx="8505300" cy="60762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56" name="Google Shape;56;p8"/>
          <p:cNvSpPr txBox="1">
            <a:spLocks noGrp="1"/>
          </p:cNvSpPr>
          <p:nvPr>
            <p:ph type="body" idx="3"/>
          </p:nvPr>
        </p:nvSpPr>
        <p:spPr>
          <a:xfrm>
            <a:off x="10177701" y="2772362"/>
            <a:ext cx="8546700" cy="1358400"/>
          </a:xfrm>
          <a:prstGeom prst="rect">
            <a:avLst/>
          </a:prstGeom>
          <a:noFill/>
          <a:ln>
            <a:noFill/>
          </a:ln>
        </p:spPr>
        <p:txBody>
          <a:bodyPr spcFirstLastPara="1" wrap="square" lIns="150750" tIns="75350" rIns="150750" bIns="75350" anchor="b" anchorCtr="0">
            <a:normAutofit/>
          </a:bodyPr>
          <a:lstStyle>
            <a:lvl1pPr marL="457200" lvl="0" indent="-228600" algn="l">
              <a:lnSpc>
                <a:spcPct val="90000"/>
              </a:lnSpc>
              <a:spcBef>
                <a:spcPts val="1600"/>
              </a:spcBef>
              <a:spcAft>
                <a:spcPts val="0"/>
              </a:spcAft>
              <a:buClr>
                <a:schemeClr val="dk1"/>
              </a:buClr>
              <a:buSzPts val="4000"/>
              <a:buNone/>
              <a:defRPr sz="4000" b="1"/>
            </a:lvl1pPr>
            <a:lvl2pPr marL="914400" lvl="1" indent="-228600" algn="l">
              <a:lnSpc>
                <a:spcPct val="90000"/>
              </a:lnSpc>
              <a:spcBef>
                <a:spcPts val="800"/>
              </a:spcBef>
              <a:spcAft>
                <a:spcPts val="0"/>
              </a:spcAft>
              <a:buClr>
                <a:schemeClr val="dk1"/>
              </a:buClr>
              <a:buSzPts val="3300"/>
              <a:buNone/>
              <a:defRPr sz="3300" b="1"/>
            </a:lvl2pPr>
            <a:lvl3pPr marL="1371600" lvl="2" indent="-228600" algn="l">
              <a:lnSpc>
                <a:spcPct val="90000"/>
              </a:lnSpc>
              <a:spcBef>
                <a:spcPts val="800"/>
              </a:spcBef>
              <a:spcAft>
                <a:spcPts val="0"/>
              </a:spcAft>
              <a:buClr>
                <a:schemeClr val="dk1"/>
              </a:buClr>
              <a:buSzPts val="3000"/>
              <a:buNone/>
              <a:defRPr sz="3000" b="1"/>
            </a:lvl3pPr>
            <a:lvl4pPr marL="1828800" lvl="3" indent="-228600" algn="l">
              <a:lnSpc>
                <a:spcPct val="90000"/>
              </a:lnSpc>
              <a:spcBef>
                <a:spcPts val="800"/>
              </a:spcBef>
              <a:spcAft>
                <a:spcPts val="0"/>
              </a:spcAft>
              <a:buClr>
                <a:schemeClr val="dk1"/>
              </a:buClr>
              <a:buSzPts val="2600"/>
              <a:buNone/>
              <a:defRPr sz="2600" b="1"/>
            </a:lvl4pPr>
            <a:lvl5pPr marL="2286000" lvl="4" indent="-228600" algn="l">
              <a:lnSpc>
                <a:spcPct val="90000"/>
              </a:lnSpc>
              <a:spcBef>
                <a:spcPts val="800"/>
              </a:spcBef>
              <a:spcAft>
                <a:spcPts val="0"/>
              </a:spcAft>
              <a:buClr>
                <a:schemeClr val="dk1"/>
              </a:buClr>
              <a:buSzPts val="2600"/>
              <a:buNone/>
              <a:defRPr sz="2600" b="1"/>
            </a:lvl5pPr>
            <a:lvl6pPr marL="2743200" lvl="5" indent="-228600" algn="l">
              <a:lnSpc>
                <a:spcPct val="90000"/>
              </a:lnSpc>
              <a:spcBef>
                <a:spcPts val="800"/>
              </a:spcBef>
              <a:spcAft>
                <a:spcPts val="0"/>
              </a:spcAft>
              <a:buClr>
                <a:schemeClr val="dk1"/>
              </a:buClr>
              <a:buSzPts val="2600"/>
              <a:buNone/>
              <a:defRPr sz="2600" b="1"/>
            </a:lvl6pPr>
            <a:lvl7pPr marL="3200400" lvl="6" indent="-228600" algn="l">
              <a:lnSpc>
                <a:spcPct val="90000"/>
              </a:lnSpc>
              <a:spcBef>
                <a:spcPts val="800"/>
              </a:spcBef>
              <a:spcAft>
                <a:spcPts val="0"/>
              </a:spcAft>
              <a:buClr>
                <a:schemeClr val="dk1"/>
              </a:buClr>
              <a:buSzPts val="2600"/>
              <a:buNone/>
              <a:defRPr sz="2600" b="1"/>
            </a:lvl7pPr>
            <a:lvl8pPr marL="3657600" lvl="7" indent="-228600" algn="l">
              <a:lnSpc>
                <a:spcPct val="90000"/>
              </a:lnSpc>
              <a:spcBef>
                <a:spcPts val="800"/>
              </a:spcBef>
              <a:spcAft>
                <a:spcPts val="0"/>
              </a:spcAft>
              <a:buClr>
                <a:schemeClr val="dk1"/>
              </a:buClr>
              <a:buSzPts val="2600"/>
              <a:buNone/>
              <a:defRPr sz="2600" b="1"/>
            </a:lvl8pPr>
            <a:lvl9pPr marL="4114800" lvl="8" indent="-228600" algn="l">
              <a:lnSpc>
                <a:spcPct val="90000"/>
              </a:lnSpc>
              <a:spcBef>
                <a:spcPts val="800"/>
              </a:spcBef>
              <a:spcAft>
                <a:spcPts val="0"/>
              </a:spcAft>
              <a:buClr>
                <a:schemeClr val="dk1"/>
              </a:buClr>
              <a:buSzPts val="2600"/>
              <a:buNone/>
              <a:defRPr sz="2600" b="1"/>
            </a:lvl9pPr>
          </a:lstStyle>
          <a:p>
            <a:endParaRPr/>
          </a:p>
        </p:txBody>
      </p:sp>
      <p:sp>
        <p:nvSpPr>
          <p:cNvPr id="57" name="Google Shape;57;p8"/>
          <p:cNvSpPr txBox="1">
            <a:spLocks noGrp="1"/>
          </p:cNvSpPr>
          <p:nvPr>
            <p:ph type="body" idx="4"/>
          </p:nvPr>
        </p:nvSpPr>
        <p:spPr>
          <a:xfrm>
            <a:off x="10177701" y="4131054"/>
            <a:ext cx="8546700" cy="60762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58" name="Google Shape;58;p8"/>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59" name="Google Shape;59;p8"/>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60" name="Google Shape;60;p8"/>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382157" y="602118"/>
            <a:ext cx="17339700" cy="2186100"/>
          </a:xfrm>
          <a:prstGeom prst="rect">
            <a:avLst/>
          </a:prstGeom>
          <a:noFill/>
          <a:ln>
            <a:noFill/>
          </a:ln>
        </p:spPr>
        <p:txBody>
          <a:bodyPr spcFirstLastPara="1" wrap="square" lIns="150750" tIns="75350" rIns="150750" bIns="75350" anchor="ctr" anchorCtr="0">
            <a:normAutofit/>
          </a:bodyPr>
          <a:lstStyle>
            <a:lvl1pPr lvl="0" algn="l">
              <a:lnSpc>
                <a:spcPct val="90000"/>
              </a:lnSpc>
              <a:spcBef>
                <a:spcPts val="0"/>
              </a:spcBef>
              <a:spcAft>
                <a:spcPts val="0"/>
              </a:spcAft>
              <a:buClr>
                <a:schemeClr val="dk1"/>
              </a:buClr>
              <a:buSzPts val="30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63" name="Google Shape;63;p9"/>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64" name="Google Shape;64;p9"/>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65" name="Google Shape;65;p9"/>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0"/>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68" name="Google Shape;68;p10"/>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69" name="Google Shape;69;p10"/>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11"/>
          <p:cNvSpPr txBox="1">
            <a:spLocks noGrp="1"/>
          </p:cNvSpPr>
          <p:nvPr>
            <p:ph type="title"/>
          </p:nvPr>
        </p:nvSpPr>
        <p:spPr>
          <a:xfrm>
            <a:off x="1384775" y="753957"/>
            <a:ext cx="6483900" cy="2638800"/>
          </a:xfrm>
          <a:prstGeom prst="rect">
            <a:avLst/>
          </a:prstGeom>
          <a:noFill/>
          <a:ln>
            <a:noFill/>
          </a:ln>
        </p:spPr>
        <p:txBody>
          <a:bodyPr spcFirstLastPara="1" wrap="square" lIns="150750" tIns="75350" rIns="150750" bIns="75350" anchor="b" anchorCtr="0">
            <a:normAutofit/>
          </a:bodyPr>
          <a:lstStyle>
            <a:lvl1pPr lvl="0" algn="l">
              <a:lnSpc>
                <a:spcPct val="90000"/>
              </a:lnSpc>
              <a:spcBef>
                <a:spcPts val="0"/>
              </a:spcBef>
              <a:spcAft>
                <a:spcPts val="0"/>
              </a:spcAft>
              <a:buClr>
                <a:schemeClr val="dk1"/>
              </a:buClr>
              <a:buSzPts val="5300"/>
              <a:buFont typeface="Play"/>
              <a:buNone/>
              <a:defRPr sz="53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72" name="Google Shape;72;p11"/>
          <p:cNvSpPr txBox="1">
            <a:spLocks noGrp="1"/>
          </p:cNvSpPr>
          <p:nvPr>
            <p:ph type="body" idx="1"/>
          </p:nvPr>
        </p:nvSpPr>
        <p:spPr>
          <a:xfrm>
            <a:off x="8546861" y="1628337"/>
            <a:ext cx="10177800" cy="8036700"/>
          </a:xfrm>
          <a:prstGeom prst="rect">
            <a:avLst/>
          </a:prstGeom>
          <a:noFill/>
          <a:ln>
            <a:noFill/>
          </a:ln>
        </p:spPr>
        <p:txBody>
          <a:bodyPr spcFirstLastPara="1" wrap="square" lIns="150750" tIns="75350" rIns="150750" bIns="75350" anchor="t" anchorCtr="0">
            <a:normAutofit/>
          </a:bodyPr>
          <a:lstStyle>
            <a:lvl1pPr marL="457200" lvl="0" indent="-565150" algn="l">
              <a:lnSpc>
                <a:spcPct val="90000"/>
              </a:lnSpc>
              <a:spcBef>
                <a:spcPts val="1600"/>
              </a:spcBef>
              <a:spcAft>
                <a:spcPts val="0"/>
              </a:spcAft>
              <a:buClr>
                <a:schemeClr val="dk1"/>
              </a:buClr>
              <a:buSzPts val="5300"/>
              <a:buChar char="•"/>
              <a:defRPr sz="5300"/>
            </a:lvl1pPr>
            <a:lvl2pPr marL="914400" lvl="1" indent="-520700" algn="l">
              <a:lnSpc>
                <a:spcPct val="90000"/>
              </a:lnSpc>
              <a:spcBef>
                <a:spcPts val="800"/>
              </a:spcBef>
              <a:spcAft>
                <a:spcPts val="0"/>
              </a:spcAft>
              <a:buClr>
                <a:schemeClr val="dk1"/>
              </a:buClr>
              <a:buSzPts val="4600"/>
              <a:buChar char="•"/>
              <a:defRPr sz="4600"/>
            </a:lvl2pPr>
            <a:lvl3pPr marL="1371600" lvl="2" indent="-482600" algn="l">
              <a:lnSpc>
                <a:spcPct val="90000"/>
              </a:lnSpc>
              <a:spcBef>
                <a:spcPts val="800"/>
              </a:spcBef>
              <a:spcAft>
                <a:spcPts val="0"/>
              </a:spcAft>
              <a:buClr>
                <a:schemeClr val="dk1"/>
              </a:buClr>
              <a:buSzPts val="4000"/>
              <a:buChar char="•"/>
              <a:defRPr sz="4000"/>
            </a:lvl3pPr>
            <a:lvl4pPr marL="1828800" lvl="3" indent="-438150" algn="l">
              <a:lnSpc>
                <a:spcPct val="90000"/>
              </a:lnSpc>
              <a:spcBef>
                <a:spcPts val="800"/>
              </a:spcBef>
              <a:spcAft>
                <a:spcPts val="0"/>
              </a:spcAft>
              <a:buClr>
                <a:schemeClr val="dk1"/>
              </a:buClr>
              <a:buSzPts val="3300"/>
              <a:buChar char="•"/>
              <a:defRPr sz="3300"/>
            </a:lvl4pPr>
            <a:lvl5pPr marL="2286000" lvl="4" indent="-438150" algn="l">
              <a:lnSpc>
                <a:spcPct val="90000"/>
              </a:lnSpc>
              <a:spcBef>
                <a:spcPts val="800"/>
              </a:spcBef>
              <a:spcAft>
                <a:spcPts val="0"/>
              </a:spcAft>
              <a:buClr>
                <a:schemeClr val="dk1"/>
              </a:buClr>
              <a:buSzPts val="3300"/>
              <a:buChar char="•"/>
              <a:defRPr sz="3300"/>
            </a:lvl5pPr>
            <a:lvl6pPr marL="2743200" lvl="5" indent="-438150" algn="l">
              <a:lnSpc>
                <a:spcPct val="90000"/>
              </a:lnSpc>
              <a:spcBef>
                <a:spcPts val="800"/>
              </a:spcBef>
              <a:spcAft>
                <a:spcPts val="0"/>
              </a:spcAft>
              <a:buClr>
                <a:schemeClr val="dk1"/>
              </a:buClr>
              <a:buSzPts val="3300"/>
              <a:buChar char="•"/>
              <a:defRPr sz="3300"/>
            </a:lvl6pPr>
            <a:lvl7pPr marL="3200400" lvl="6" indent="-438150" algn="l">
              <a:lnSpc>
                <a:spcPct val="90000"/>
              </a:lnSpc>
              <a:spcBef>
                <a:spcPts val="800"/>
              </a:spcBef>
              <a:spcAft>
                <a:spcPts val="0"/>
              </a:spcAft>
              <a:buClr>
                <a:schemeClr val="dk1"/>
              </a:buClr>
              <a:buSzPts val="3300"/>
              <a:buChar char="•"/>
              <a:defRPr sz="3300"/>
            </a:lvl7pPr>
            <a:lvl8pPr marL="3657600" lvl="7" indent="-438150" algn="l">
              <a:lnSpc>
                <a:spcPct val="90000"/>
              </a:lnSpc>
              <a:spcBef>
                <a:spcPts val="800"/>
              </a:spcBef>
              <a:spcAft>
                <a:spcPts val="0"/>
              </a:spcAft>
              <a:buClr>
                <a:schemeClr val="dk1"/>
              </a:buClr>
              <a:buSzPts val="3300"/>
              <a:buChar char="•"/>
              <a:defRPr sz="3300"/>
            </a:lvl8pPr>
            <a:lvl9pPr marL="4114800" lvl="8" indent="-438150" algn="l">
              <a:lnSpc>
                <a:spcPct val="90000"/>
              </a:lnSpc>
              <a:spcBef>
                <a:spcPts val="800"/>
              </a:spcBef>
              <a:spcAft>
                <a:spcPts val="0"/>
              </a:spcAft>
              <a:buClr>
                <a:schemeClr val="dk1"/>
              </a:buClr>
              <a:buSzPts val="3300"/>
              <a:buChar char="•"/>
              <a:defRPr sz="3300"/>
            </a:lvl9pPr>
          </a:lstStyle>
          <a:p>
            <a:endParaRPr/>
          </a:p>
        </p:txBody>
      </p:sp>
      <p:sp>
        <p:nvSpPr>
          <p:cNvPr id="73" name="Google Shape;73;p11"/>
          <p:cNvSpPr txBox="1">
            <a:spLocks noGrp="1"/>
          </p:cNvSpPr>
          <p:nvPr>
            <p:ph type="body" idx="2"/>
          </p:nvPr>
        </p:nvSpPr>
        <p:spPr>
          <a:xfrm>
            <a:off x="1384775" y="3392805"/>
            <a:ext cx="6483900" cy="6285300"/>
          </a:xfrm>
          <a:prstGeom prst="rect">
            <a:avLst/>
          </a:prstGeom>
          <a:noFill/>
          <a:ln>
            <a:noFill/>
          </a:ln>
        </p:spPr>
        <p:txBody>
          <a:bodyPr spcFirstLastPara="1" wrap="square" lIns="150750" tIns="75350" rIns="150750" bIns="75350" anchor="t" anchorCtr="0">
            <a:normAutofit/>
          </a:bodyPr>
          <a:lstStyle>
            <a:lvl1pPr marL="457200" lvl="0" indent="-228600" algn="l">
              <a:lnSpc>
                <a:spcPct val="90000"/>
              </a:lnSpc>
              <a:spcBef>
                <a:spcPts val="1600"/>
              </a:spcBef>
              <a:spcAft>
                <a:spcPts val="0"/>
              </a:spcAft>
              <a:buClr>
                <a:schemeClr val="dk1"/>
              </a:buClr>
              <a:buSzPts val="2600"/>
              <a:buNone/>
              <a:defRPr sz="2600"/>
            </a:lvl1pPr>
            <a:lvl2pPr marL="914400" lvl="1" indent="-228600" algn="l">
              <a:lnSpc>
                <a:spcPct val="90000"/>
              </a:lnSpc>
              <a:spcBef>
                <a:spcPts val="800"/>
              </a:spcBef>
              <a:spcAft>
                <a:spcPts val="0"/>
              </a:spcAft>
              <a:buClr>
                <a:schemeClr val="dk1"/>
              </a:buClr>
              <a:buSzPts val="2300"/>
              <a:buNone/>
              <a:defRPr sz="2300"/>
            </a:lvl2pPr>
            <a:lvl3pPr marL="1371600" lvl="2" indent="-228600" algn="l">
              <a:lnSpc>
                <a:spcPct val="90000"/>
              </a:lnSpc>
              <a:spcBef>
                <a:spcPts val="800"/>
              </a:spcBef>
              <a:spcAft>
                <a:spcPts val="0"/>
              </a:spcAft>
              <a:buClr>
                <a:schemeClr val="dk1"/>
              </a:buClr>
              <a:buSzPts val="2000"/>
              <a:buNone/>
              <a:defRPr sz="2000"/>
            </a:lvl3pPr>
            <a:lvl4pPr marL="1828800" lvl="3" indent="-228600" algn="l">
              <a:lnSpc>
                <a:spcPct val="90000"/>
              </a:lnSpc>
              <a:spcBef>
                <a:spcPts val="800"/>
              </a:spcBef>
              <a:spcAft>
                <a:spcPts val="0"/>
              </a:spcAft>
              <a:buClr>
                <a:schemeClr val="dk1"/>
              </a:buClr>
              <a:buSzPts val="1600"/>
              <a:buNone/>
              <a:defRPr sz="1600"/>
            </a:lvl4pPr>
            <a:lvl5pPr marL="2286000" lvl="4" indent="-228600" algn="l">
              <a:lnSpc>
                <a:spcPct val="90000"/>
              </a:lnSpc>
              <a:spcBef>
                <a:spcPts val="800"/>
              </a:spcBef>
              <a:spcAft>
                <a:spcPts val="0"/>
              </a:spcAft>
              <a:buClr>
                <a:schemeClr val="dk1"/>
              </a:buClr>
              <a:buSzPts val="1600"/>
              <a:buNone/>
              <a:defRPr sz="1600"/>
            </a:lvl5pPr>
            <a:lvl6pPr marL="2743200" lvl="5" indent="-228600" algn="l">
              <a:lnSpc>
                <a:spcPct val="90000"/>
              </a:lnSpc>
              <a:spcBef>
                <a:spcPts val="800"/>
              </a:spcBef>
              <a:spcAft>
                <a:spcPts val="0"/>
              </a:spcAft>
              <a:buClr>
                <a:schemeClr val="dk1"/>
              </a:buClr>
              <a:buSzPts val="1600"/>
              <a:buNone/>
              <a:defRPr sz="1600"/>
            </a:lvl6pPr>
            <a:lvl7pPr marL="3200400" lvl="6" indent="-228600" algn="l">
              <a:lnSpc>
                <a:spcPct val="90000"/>
              </a:lnSpc>
              <a:spcBef>
                <a:spcPts val="800"/>
              </a:spcBef>
              <a:spcAft>
                <a:spcPts val="0"/>
              </a:spcAft>
              <a:buClr>
                <a:schemeClr val="dk1"/>
              </a:buClr>
              <a:buSzPts val="1600"/>
              <a:buNone/>
              <a:defRPr sz="1600"/>
            </a:lvl7pPr>
            <a:lvl8pPr marL="3657600" lvl="7" indent="-228600" algn="l">
              <a:lnSpc>
                <a:spcPct val="90000"/>
              </a:lnSpc>
              <a:spcBef>
                <a:spcPts val="800"/>
              </a:spcBef>
              <a:spcAft>
                <a:spcPts val="0"/>
              </a:spcAft>
              <a:buClr>
                <a:schemeClr val="dk1"/>
              </a:buClr>
              <a:buSzPts val="1600"/>
              <a:buNone/>
              <a:defRPr sz="1600"/>
            </a:lvl8pPr>
            <a:lvl9pPr marL="4114800" lvl="8" indent="-228600" algn="l">
              <a:lnSpc>
                <a:spcPct val="90000"/>
              </a:lnSpc>
              <a:spcBef>
                <a:spcPts val="800"/>
              </a:spcBef>
              <a:spcAft>
                <a:spcPts val="0"/>
              </a:spcAft>
              <a:buClr>
                <a:schemeClr val="dk1"/>
              </a:buClr>
              <a:buSzPts val="1600"/>
              <a:buNone/>
              <a:defRPr sz="1600"/>
            </a:lvl9pPr>
          </a:lstStyle>
          <a:p>
            <a:endParaRPr/>
          </a:p>
        </p:txBody>
      </p:sp>
      <p:sp>
        <p:nvSpPr>
          <p:cNvPr id="74" name="Google Shape;74;p11"/>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75" name="Google Shape;75;p11"/>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76" name="Google Shape;76;p11"/>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a:off x="1384775" y="753957"/>
            <a:ext cx="6483900" cy="2638800"/>
          </a:xfrm>
          <a:prstGeom prst="rect">
            <a:avLst/>
          </a:prstGeom>
          <a:noFill/>
          <a:ln>
            <a:noFill/>
          </a:ln>
        </p:spPr>
        <p:txBody>
          <a:bodyPr spcFirstLastPara="1" wrap="square" lIns="150750" tIns="75350" rIns="150750" bIns="75350" anchor="b" anchorCtr="0">
            <a:normAutofit/>
          </a:bodyPr>
          <a:lstStyle>
            <a:lvl1pPr lvl="0" algn="l">
              <a:lnSpc>
                <a:spcPct val="90000"/>
              </a:lnSpc>
              <a:spcBef>
                <a:spcPts val="0"/>
              </a:spcBef>
              <a:spcAft>
                <a:spcPts val="0"/>
              </a:spcAft>
              <a:buClr>
                <a:schemeClr val="dk1"/>
              </a:buClr>
              <a:buSzPts val="5300"/>
              <a:buFont typeface="Play"/>
              <a:buNone/>
              <a:defRPr sz="5300"/>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79" name="Google Shape;79;p12"/>
          <p:cNvSpPr>
            <a:spLocks noGrp="1"/>
          </p:cNvSpPr>
          <p:nvPr>
            <p:ph type="pic" idx="2"/>
          </p:nvPr>
        </p:nvSpPr>
        <p:spPr>
          <a:xfrm>
            <a:off x="8546861" y="1628337"/>
            <a:ext cx="10177800" cy="8036700"/>
          </a:xfrm>
          <a:prstGeom prst="rect">
            <a:avLst/>
          </a:prstGeom>
          <a:noFill/>
          <a:ln>
            <a:noFill/>
          </a:ln>
        </p:spPr>
        <p:txBody>
          <a:bodyPr/>
          <a:lstStyle/>
          <a:p>
            <a:endParaRPr lang="en-IN"/>
          </a:p>
        </p:txBody>
      </p:sp>
      <p:sp>
        <p:nvSpPr>
          <p:cNvPr id="80" name="Google Shape;80;p12"/>
          <p:cNvSpPr txBox="1">
            <a:spLocks noGrp="1"/>
          </p:cNvSpPr>
          <p:nvPr>
            <p:ph type="body" idx="1"/>
          </p:nvPr>
        </p:nvSpPr>
        <p:spPr>
          <a:xfrm>
            <a:off x="1384775" y="3392805"/>
            <a:ext cx="6483900" cy="6285300"/>
          </a:xfrm>
          <a:prstGeom prst="rect">
            <a:avLst/>
          </a:prstGeom>
          <a:noFill/>
          <a:ln>
            <a:noFill/>
          </a:ln>
        </p:spPr>
        <p:txBody>
          <a:bodyPr spcFirstLastPara="1" wrap="square" lIns="150750" tIns="75350" rIns="150750" bIns="75350" anchor="t" anchorCtr="0">
            <a:normAutofit/>
          </a:bodyPr>
          <a:lstStyle>
            <a:lvl1pPr marL="457200" lvl="0" indent="-228600" algn="l">
              <a:lnSpc>
                <a:spcPct val="90000"/>
              </a:lnSpc>
              <a:spcBef>
                <a:spcPts val="1600"/>
              </a:spcBef>
              <a:spcAft>
                <a:spcPts val="0"/>
              </a:spcAft>
              <a:buClr>
                <a:schemeClr val="dk1"/>
              </a:buClr>
              <a:buSzPts val="2600"/>
              <a:buNone/>
              <a:defRPr sz="2600"/>
            </a:lvl1pPr>
            <a:lvl2pPr marL="914400" lvl="1" indent="-228600" algn="l">
              <a:lnSpc>
                <a:spcPct val="90000"/>
              </a:lnSpc>
              <a:spcBef>
                <a:spcPts val="800"/>
              </a:spcBef>
              <a:spcAft>
                <a:spcPts val="0"/>
              </a:spcAft>
              <a:buClr>
                <a:schemeClr val="dk1"/>
              </a:buClr>
              <a:buSzPts val="2300"/>
              <a:buNone/>
              <a:defRPr sz="2300"/>
            </a:lvl2pPr>
            <a:lvl3pPr marL="1371600" lvl="2" indent="-228600" algn="l">
              <a:lnSpc>
                <a:spcPct val="90000"/>
              </a:lnSpc>
              <a:spcBef>
                <a:spcPts val="800"/>
              </a:spcBef>
              <a:spcAft>
                <a:spcPts val="0"/>
              </a:spcAft>
              <a:buClr>
                <a:schemeClr val="dk1"/>
              </a:buClr>
              <a:buSzPts val="2000"/>
              <a:buNone/>
              <a:defRPr sz="2000"/>
            </a:lvl3pPr>
            <a:lvl4pPr marL="1828800" lvl="3" indent="-228600" algn="l">
              <a:lnSpc>
                <a:spcPct val="90000"/>
              </a:lnSpc>
              <a:spcBef>
                <a:spcPts val="800"/>
              </a:spcBef>
              <a:spcAft>
                <a:spcPts val="0"/>
              </a:spcAft>
              <a:buClr>
                <a:schemeClr val="dk1"/>
              </a:buClr>
              <a:buSzPts val="1600"/>
              <a:buNone/>
              <a:defRPr sz="1600"/>
            </a:lvl4pPr>
            <a:lvl5pPr marL="2286000" lvl="4" indent="-228600" algn="l">
              <a:lnSpc>
                <a:spcPct val="90000"/>
              </a:lnSpc>
              <a:spcBef>
                <a:spcPts val="800"/>
              </a:spcBef>
              <a:spcAft>
                <a:spcPts val="0"/>
              </a:spcAft>
              <a:buClr>
                <a:schemeClr val="dk1"/>
              </a:buClr>
              <a:buSzPts val="1600"/>
              <a:buNone/>
              <a:defRPr sz="1600"/>
            </a:lvl5pPr>
            <a:lvl6pPr marL="2743200" lvl="5" indent="-228600" algn="l">
              <a:lnSpc>
                <a:spcPct val="90000"/>
              </a:lnSpc>
              <a:spcBef>
                <a:spcPts val="800"/>
              </a:spcBef>
              <a:spcAft>
                <a:spcPts val="0"/>
              </a:spcAft>
              <a:buClr>
                <a:schemeClr val="dk1"/>
              </a:buClr>
              <a:buSzPts val="1600"/>
              <a:buNone/>
              <a:defRPr sz="1600"/>
            </a:lvl6pPr>
            <a:lvl7pPr marL="3200400" lvl="6" indent="-228600" algn="l">
              <a:lnSpc>
                <a:spcPct val="90000"/>
              </a:lnSpc>
              <a:spcBef>
                <a:spcPts val="800"/>
              </a:spcBef>
              <a:spcAft>
                <a:spcPts val="0"/>
              </a:spcAft>
              <a:buClr>
                <a:schemeClr val="dk1"/>
              </a:buClr>
              <a:buSzPts val="1600"/>
              <a:buNone/>
              <a:defRPr sz="1600"/>
            </a:lvl7pPr>
            <a:lvl8pPr marL="3657600" lvl="7" indent="-228600" algn="l">
              <a:lnSpc>
                <a:spcPct val="90000"/>
              </a:lnSpc>
              <a:spcBef>
                <a:spcPts val="800"/>
              </a:spcBef>
              <a:spcAft>
                <a:spcPts val="0"/>
              </a:spcAft>
              <a:buClr>
                <a:schemeClr val="dk1"/>
              </a:buClr>
              <a:buSzPts val="1600"/>
              <a:buNone/>
              <a:defRPr sz="1600"/>
            </a:lvl8pPr>
            <a:lvl9pPr marL="4114800" lvl="8" indent="-228600" algn="l">
              <a:lnSpc>
                <a:spcPct val="90000"/>
              </a:lnSpc>
              <a:spcBef>
                <a:spcPts val="800"/>
              </a:spcBef>
              <a:spcAft>
                <a:spcPts val="0"/>
              </a:spcAft>
              <a:buClr>
                <a:schemeClr val="dk1"/>
              </a:buClr>
              <a:buSzPts val="1600"/>
              <a:buNone/>
              <a:defRPr sz="1600"/>
            </a:lvl9pPr>
          </a:lstStyle>
          <a:p>
            <a:endParaRPr/>
          </a:p>
        </p:txBody>
      </p:sp>
      <p:sp>
        <p:nvSpPr>
          <p:cNvPr id="81" name="Google Shape;81;p12"/>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82" name="Google Shape;82;p12"/>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83" name="Google Shape;83;p12"/>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1382157" y="602118"/>
            <a:ext cx="17339700" cy="2186100"/>
          </a:xfrm>
          <a:prstGeom prst="rect">
            <a:avLst/>
          </a:prstGeom>
          <a:noFill/>
          <a:ln>
            <a:noFill/>
          </a:ln>
        </p:spPr>
        <p:txBody>
          <a:bodyPr spcFirstLastPara="1" wrap="square" lIns="150750" tIns="75350" rIns="150750" bIns="75350" anchor="ctr" anchorCtr="0">
            <a:normAutofit/>
          </a:bodyPr>
          <a:lstStyle>
            <a:lvl1pPr lvl="0" algn="l">
              <a:lnSpc>
                <a:spcPct val="90000"/>
              </a:lnSpc>
              <a:spcBef>
                <a:spcPts val="0"/>
              </a:spcBef>
              <a:spcAft>
                <a:spcPts val="0"/>
              </a:spcAft>
              <a:buClr>
                <a:schemeClr val="dk1"/>
              </a:buClr>
              <a:buSzPts val="30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86" name="Google Shape;86;p13"/>
          <p:cNvSpPr txBox="1">
            <a:spLocks noGrp="1"/>
          </p:cNvSpPr>
          <p:nvPr>
            <p:ph type="body" idx="1"/>
          </p:nvPr>
        </p:nvSpPr>
        <p:spPr>
          <a:xfrm rot="5400000">
            <a:off x="6464393" y="-2071559"/>
            <a:ext cx="7175400" cy="173397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87" name="Google Shape;87;p13"/>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88" name="Google Shape;88;p13"/>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89" name="Google Shape;89;p13"/>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rot="5400000">
            <a:off x="11762243" y="3226818"/>
            <a:ext cx="9584400" cy="4335000"/>
          </a:xfrm>
          <a:prstGeom prst="rect">
            <a:avLst/>
          </a:prstGeom>
          <a:noFill/>
          <a:ln>
            <a:noFill/>
          </a:ln>
        </p:spPr>
        <p:txBody>
          <a:bodyPr spcFirstLastPara="1" wrap="square" lIns="150750" tIns="75350" rIns="150750" bIns="75350" anchor="ctr" anchorCtr="0">
            <a:normAutofit/>
          </a:bodyPr>
          <a:lstStyle>
            <a:lvl1pPr lvl="0" algn="l">
              <a:lnSpc>
                <a:spcPct val="90000"/>
              </a:lnSpc>
              <a:spcBef>
                <a:spcPts val="0"/>
              </a:spcBef>
              <a:spcAft>
                <a:spcPts val="0"/>
              </a:spcAft>
              <a:buClr>
                <a:schemeClr val="dk1"/>
              </a:buClr>
              <a:buSzPts val="3000"/>
              <a:buNone/>
              <a:defRPr/>
            </a:lvl1pPr>
            <a:lvl2pPr lvl="1">
              <a:spcBef>
                <a:spcPts val="0"/>
              </a:spcBef>
              <a:spcAft>
                <a:spcPts val="0"/>
              </a:spcAft>
              <a:buSzPts val="2300"/>
              <a:buNone/>
              <a:defRPr/>
            </a:lvl2pPr>
            <a:lvl3pPr lvl="2">
              <a:spcBef>
                <a:spcPts val="0"/>
              </a:spcBef>
              <a:spcAft>
                <a:spcPts val="0"/>
              </a:spcAft>
              <a:buSzPts val="2300"/>
              <a:buNone/>
              <a:defRPr/>
            </a:lvl3pPr>
            <a:lvl4pPr lvl="3">
              <a:spcBef>
                <a:spcPts val="0"/>
              </a:spcBef>
              <a:spcAft>
                <a:spcPts val="0"/>
              </a:spcAft>
              <a:buSzPts val="2300"/>
              <a:buNone/>
              <a:defRPr/>
            </a:lvl4pPr>
            <a:lvl5pPr lvl="4">
              <a:spcBef>
                <a:spcPts val="0"/>
              </a:spcBef>
              <a:spcAft>
                <a:spcPts val="0"/>
              </a:spcAft>
              <a:buSzPts val="2300"/>
              <a:buNone/>
              <a:defRPr/>
            </a:lvl5pPr>
            <a:lvl6pPr lvl="5">
              <a:spcBef>
                <a:spcPts val="0"/>
              </a:spcBef>
              <a:spcAft>
                <a:spcPts val="0"/>
              </a:spcAft>
              <a:buSzPts val="2300"/>
              <a:buNone/>
              <a:defRPr/>
            </a:lvl6pPr>
            <a:lvl7pPr lvl="6">
              <a:spcBef>
                <a:spcPts val="0"/>
              </a:spcBef>
              <a:spcAft>
                <a:spcPts val="0"/>
              </a:spcAft>
              <a:buSzPts val="2300"/>
              <a:buNone/>
              <a:defRPr/>
            </a:lvl7pPr>
            <a:lvl8pPr lvl="7">
              <a:spcBef>
                <a:spcPts val="0"/>
              </a:spcBef>
              <a:spcAft>
                <a:spcPts val="0"/>
              </a:spcAft>
              <a:buSzPts val="2300"/>
              <a:buNone/>
              <a:defRPr/>
            </a:lvl8pPr>
            <a:lvl9pPr lvl="8">
              <a:spcBef>
                <a:spcPts val="0"/>
              </a:spcBef>
              <a:spcAft>
                <a:spcPts val="0"/>
              </a:spcAft>
              <a:buSzPts val="2300"/>
              <a:buNone/>
              <a:defRPr/>
            </a:lvl9pPr>
          </a:lstStyle>
          <a:p>
            <a:endParaRPr/>
          </a:p>
        </p:txBody>
      </p:sp>
      <p:sp>
        <p:nvSpPr>
          <p:cNvPr id="92" name="Google Shape;92;p14"/>
          <p:cNvSpPr txBox="1">
            <a:spLocks noGrp="1"/>
          </p:cNvSpPr>
          <p:nvPr>
            <p:ph type="body" idx="1"/>
          </p:nvPr>
        </p:nvSpPr>
        <p:spPr>
          <a:xfrm rot="5400000">
            <a:off x="2966695" y="-982482"/>
            <a:ext cx="9584400" cy="12753600"/>
          </a:xfrm>
          <a:prstGeom prst="rect">
            <a:avLst/>
          </a:prstGeom>
          <a:noFill/>
          <a:ln>
            <a:noFill/>
          </a:ln>
        </p:spPr>
        <p:txBody>
          <a:bodyPr spcFirstLastPara="1" wrap="square" lIns="150750" tIns="75350" rIns="150750" bIns="75350" anchor="t" anchorCtr="0">
            <a:normAutofit/>
          </a:bodyPr>
          <a:lstStyle>
            <a:lvl1pPr marL="457200" lvl="0" indent="-419100" algn="l">
              <a:lnSpc>
                <a:spcPct val="90000"/>
              </a:lnSpc>
              <a:spcBef>
                <a:spcPts val="1600"/>
              </a:spcBef>
              <a:spcAft>
                <a:spcPts val="0"/>
              </a:spcAft>
              <a:buClr>
                <a:schemeClr val="dk1"/>
              </a:buClr>
              <a:buSzPts val="3000"/>
              <a:buChar char="•"/>
              <a:defRPr/>
            </a:lvl1pPr>
            <a:lvl2pPr marL="914400" lvl="1" indent="-419100" algn="l">
              <a:lnSpc>
                <a:spcPct val="90000"/>
              </a:lnSpc>
              <a:spcBef>
                <a:spcPts val="800"/>
              </a:spcBef>
              <a:spcAft>
                <a:spcPts val="0"/>
              </a:spcAft>
              <a:buClr>
                <a:schemeClr val="dk1"/>
              </a:buClr>
              <a:buSzPts val="3000"/>
              <a:buChar char="•"/>
              <a:defRPr/>
            </a:lvl2pPr>
            <a:lvl3pPr marL="1371600" lvl="2" indent="-419100" algn="l">
              <a:lnSpc>
                <a:spcPct val="90000"/>
              </a:lnSpc>
              <a:spcBef>
                <a:spcPts val="800"/>
              </a:spcBef>
              <a:spcAft>
                <a:spcPts val="0"/>
              </a:spcAft>
              <a:buClr>
                <a:schemeClr val="dk1"/>
              </a:buClr>
              <a:buSzPts val="3000"/>
              <a:buChar char="•"/>
              <a:defRPr/>
            </a:lvl3pPr>
            <a:lvl4pPr marL="1828800" lvl="3" indent="-419100" algn="l">
              <a:lnSpc>
                <a:spcPct val="90000"/>
              </a:lnSpc>
              <a:spcBef>
                <a:spcPts val="800"/>
              </a:spcBef>
              <a:spcAft>
                <a:spcPts val="0"/>
              </a:spcAft>
              <a:buClr>
                <a:schemeClr val="dk1"/>
              </a:buClr>
              <a:buSzPts val="3000"/>
              <a:buChar char="•"/>
              <a:defRPr/>
            </a:lvl4pPr>
            <a:lvl5pPr marL="2286000" lvl="4" indent="-419100" algn="l">
              <a:lnSpc>
                <a:spcPct val="90000"/>
              </a:lnSpc>
              <a:spcBef>
                <a:spcPts val="800"/>
              </a:spcBef>
              <a:spcAft>
                <a:spcPts val="0"/>
              </a:spcAft>
              <a:buClr>
                <a:schemeClr val="dk1"/>
              </a:buClr>
              <a:buSzPts val="3000"/>
              <a:buChar char="•"/>
              <a:defRPr/>
            </a:lvl5pPr>
            <a:lvl6pPr marL="2743200" lvl="5" indent="-419100" algn="l">
              <a:lnSpc>
                <a:spcPct val="90000"/>
              </a:lnSpc>
              <a:spcBef>
                <a:spcPts val="800"/>
              </a:spcBef>
              <a:spcAft>
                <a:spcPts val="0"/>
              </a:spcAft>
              <a:buClr>
                <a:schemeClr val="dk1"/>
              </a:buClr>
              <a:buSzPts val="3000"/>
              <a:buChar char="•"/>
              <a:defRPr/>
            </a:lvl6pPr>
            <a:lvl7pPr marL="3200400" lvl="6" indent="-419100" algn="l">
              <a:lnSpc>
                <a:spcPct val="90000"/>
              </a:lnSpc>
              <a:spcBef>
                <a:spcPts val="800"/>
              </a:spcBef>
              <a:spcAft>
                <a:spcPts val="0"/>
              </a:spcAft>
              <a:buClr>
                <a:schemeClr val="dk1"/>
              </a:buClr>
              <a:buSzPts val="3000"/>
              <a:buChar char="•"/>
              <a:defRPr/>
            </a:lvl7pPr>
            <a:lvl8pPr marL="3657600" lvl="7" indent="-419100" algn="l">
              <a:lnSpc>
                <a:spcPct val="90000"/>
              </a:lnSpc>
              <a:spcBef>
                <a:spcPts val="800"/>
              </a:spcBef>
              <a:spcAft>
                <a:spcPts val="0"/>
              </a:spcAft>
              <a:buClr>
                <a:schemeClr val="dk1"/>
              </a:buClr>
              <a:buSzPts val="3000"/>
              <a:buChar char="•"/>
              <a:defRPr/>
            </a:lvl8pPr>
            <a:lvl9pPr marL="4114800" lvl="8" indent="-419100" algn="l">
              <a:lnSpc>
                <a:spcPct val="90000"/>
              </a:lnSpc>
              <a:spcBef>
                <a:spcPts val="800"/>
              </a:spcBef>
              <a:spcAft>
                <a:spcPts val="0"/>
              </a:spcAft>
              <a:buClr>
                <a:schemeClr val="dk1"/>
              </a:buClr>
              <a:buSzPts val="3000"/>
              <a:buChar char="•"/>
              <a:defRPr/>
            </a:lvl9pPr>
          </a:lstStyle>
          <a:p>
            <a:endParaRPr/>
          </a:p>
        </p:txBody>
      </p:sp>
      <p:sp>
        <p:nvSpPr>
          <p:cNvPr id="93" name="Google Shape;93;p14"/>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lvl="0" algn="l">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94" name="Google Shape;94;p14"/>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lvl="0" algn="ctr">
              <a:spcBef>
                <a:spcPts val="0"/>
              </a:spcBef>
              <a:spcAft>
                <a:spcPts val="0"/>
              </a:spcAft>
              <a:buSzPts val="2300"/>
              <a:buNone/>
              <a:defRPr/>
            </a:lvl1pPr>
            <a:lvl2pPr lvl="1" algn="l">
              <a:spcBef>
                <a:spcPts val="0"/>
              </a:spcBef>
              <a:spcAft>
                <a:spcPts val="0"/>
              </a:spcAft>
              <a:buSzPts val="2300"/>
              <a:buNone/>
              <a:defRPr/>
            </a:lvl2pPr>
            <a:lvl3pPr lvl="2" algn="l">
              <a:spcBef>
                <a:spcPts val="0"/>
              </a:spcBef>
              <a:spcAft>
                <a:spcPts val="0"/>
              </a:spcAft>
              <a:buSzPts val="2300"/>
              <a:buNone/>
              <a:defRPr/>
            </a:lvl3pPr>
            <a:lvl4pPr lvl="3" algn="l">
              <a:spcBef>
                <a:spcPts val="0"/>
              </a:spcBef>
              <a:spcAft>
                <a:spcPts val="0"/>
              </a:spcAft>
              <a:buSzPts val="2300"/>
              <a:buNone/>
              <a:defRPr/>
            </a:lvl4pPr>
            <a:lvl5pPr lvl="4" algn="l">
              <a:spcBef>
                <a:spcPts val="0"/>
              </a:spcBef>
              <a:spcAft>
                <a:spcPts val="0"/>
              </a:spcAft>
              <a:buSzPts val="2300"/>
              <a:buNone/>
              <a:defRPr/>
            </a:lvl5pPr>
            <a:lvl6pPr lvl="5" algn="l">
              <a:spcBef>
                <a:spcPts val="0"/>
              </a:spcBef>
              <a:spcAft>
                <a:spcPts val="0"/>
              </a:spcAft>
              <a:buSzPts val="2300"/>
              <a:buNone/>
              <a:defRPr/>
            </a:lvl6pPr>
            <a:lvl7pPr lvl="6" algn="l">
              <a:spcBef>
                <a:spcPts val="0"/>
              </a:spcBef>
              <a:spcAft>
                <a:spcPts val="0"/>
              </a:spcAft>
              <a:buSzPts val="2300"/>
              <a:buNone/>
              <a:defRPr/>
            </a:lvl7pPr>
            <a:lvl8pPr lvl="7" algn="l">
              <a:spcBef>
                <a:spcPts val="0"/>
              </a:spcBef>
              <a:spcAft>
                <a:spcPts val="0"/>
              </a:spcAft>
              <a:buSzPts val="2300"/>
              <a:buNone/>
              <a:defRPr/>
            </a:lvl8pPr>
            <a:lvl9pPr lvl="8" algn="l">
              <a:spcBef>
                <a:spcPts val="0"/>
              </a:spcBef>
              <a:spcAft>
                <a:spcPts val="0"/>
              </a:spcAft>
              <a:buSzPts val="2300"/>
              <a:buNone/>
              <a:defRPr/>
            </a:lvl9pPr>
          </a:lstStyle>
          <a:p>
            <a:endParaRPr/>
          </a:p>
        </p:txBody>
      </p:sp>
      <p:sp>
        <p:nvSpPr>
          <p:cNvPr id="95" name="Google Shape;95;p14"/>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81025" y="407987"/>
            <a:ext cx="18942050" cy="484187"/>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2746375" y="2613025"/>
            <a:ext cx="14611350" cy="2271712"/>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36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1"/>
          <p:cNvSpPr txBox="1">
            <a:spLocks noGrp="1"/>
          </p:cNvSpPr>
          <p:nvPr>
            <p:ph type="ftr" idx="11"/>
          </p:nvPr>
        </p:nvSpPr>
        <p:spPr>
          <a:xfrm>
            <a:off x="6835775" y="10517187"/>
            <a:ext cx="6432550" cy="566737"/>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1004887" y="10517187"/>
            <a:ext cx="4624387" cy="56673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4474825" y="10517187"/>
            <a:ext cx="4624387" cy="566737"/>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800"/>
              <a:buFont typeface="Calibri"/>
              <a:buNone/>
              <a:defRPr sz="18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1382157" y="602118"/>
            <a:ext cx="17339700" cy="2186100"/>
          </a:xfrm>
          <a:prstGeom prst="rect">
            <a:avLst/>
          </a:prstGeom>
          <a:noFill/>
          <a:ln>
            <a:noFill/>
          </a:ln>
        </p:spPr>
        <p:txBody>
          <a:bodyPr spcFirstLastPara="1" wrap="square" lIns="150750" tIns="75350" rIns="150750" bIns="75350" anchor="ctr" anchorCtr="0">
            <a:normAutofit/>
          </a:bodyPr>
          <a:lstStyle>
            <a:lvl1pPr marR="0" lvl="0" algn="l">
              <a:lnSpc>
                <a:spcPct val="90000"/>
              </a:lnSpc>
              <a:spcBef>
                <a:spcPts val="0"/>
              </a:spcBef>
              <a:spcAft>
                <a:spcPts val="0"/>
              </a:spcAft>
              <a:buClr>
                <a:schemeClr val="dk1"/>
              </a:buClr>
              <a:buSzPts val="7300"/>
              <a:buFont typeface="Play"/>
              <a:buNone/>
              <a:defRPr sz="7300" b="0" i="0" u="none" strike="noStrike" cap="none">
                <a:solidFill>
                  <a:schemeClr val="dk1"/>
                </a:solidFill>
                <a:latin typeface="Play"/>
                <a:ea typeface="Play"/>
                <a:cs typeface="Play"/>
                <a:sym typeface="Play"/>
              </a:defRPr>
            </a:lvl1pPr>
            <a:lvl2pPr lvl="1">
              <a:spcBef>
                <a:spcPts val="0"/>
              </a:spcBef>
              <a:spcAft>
                <a:spcPts val="0"/>
              </a:spcAft>
              <a:buSzPts val="2300"/>
              <a:buNone/>
              <a:defRPr sz="3000"/>
            </a:lvl2pPr>
            <a:lvl3pPr lvl="2">
              <a:spcBef>
                <a:spcPts val="0"/>
              </a:spcBef>
              <a:spcAft>
                <a:spcPts val="0"/>
              </a:spcAft>
              <a:buSzPts val="2300"/>
              <a:buNone/>
              <a:defRPr sz="3000"/>
            </a:lvl3pPr>
            <a:lvl4pPr lvl="3">
              <a:spcBef>
                <a:spcPts val="0"/>
              </a:spcBef>
              <a:spcAft>
                <a:spcPts val="0"/>
              </a:spcAft>
              <a:buSzPts val="2300"/>
              <a:buNone/>
              <a:defRPr sz="3000"/>
            </a:lvl4pPr>
            <a:lvl5pPr lvl="4">
              <a:spcBef>
                <a:spcPts val="0"/>
              </a:spcBef>
              <a:spcAft>
                <a:spcPts val="0"/>
              </a:spcAft>
              <a:buSzPts val="2300"/>
              <a:buNone/>
              <a:defRPr sz="3000"/>
            </a:lvl5pPr>
            <a:lvl6pPr lvl="5">
              <a:spcBef>
                <a:spcPts val="0"/>
              </a:spcBef>
              <a:spcAft>
                <a:spcPts val="0"/>
              </a:spcAft>
              <a:buSzPts val="2300"/>
              <a:buNone/>
              <a:defRPr sz="3000"/>
            </a:lvl6pPr>
            <a:lvl7pPr lvl="6">
              <a:spcBef>
                <a:spcPts val="0"/>
              </a:spcBef>
              <a:spcAft>
                <a:spcPts val="0"/>
              </a:spcAft>
              <a:buSzPts val="2300"/>
              <a:buNone/>
              <a:defRPr sz="3000"/>
            </a:lvl7pPr>
            <a:lvl8pPr lvl="7">
              <a:spcBef>
                <a:spcPts val="0"/>
              </a:spcBef>
              <a:spcAft>
                <a:spcPts val="0"/>
              </a:spcAft>
              <a:buSzPts val="2300"/>
              <a:buNone/>
              <a:defRPr sz="3000"/>
            </a:lvl8pPr>
            <a:lvl9pPr lvl="8">
              <a:spcBef>
                <a:spcPts val="0"/>
              </a:spcBef>
              <a:spcAft>
                <a:spcPts val="0"/>
              </a:spcAft>
              <a:buSzPts val="2300"/>
              <a:buNone/>
              <a:defRPr sz="3000"/>
            </a:lvl9pPr>
          </a:lstStyle>
          <a:p>
            <a:endParaRPr/>
          </a:p>
        </p:txBody>
      </p:sp>
      <p:sp>
        <p:nvSpPr>
          <p:cNvPr id="23" name="Google Shape;23;p3"/>
          <p:cNvSpPr txBox="1">
            <a:spLocks noGrp="1"/>
          </p:cNvSpPr>
          <p:nvPr>
            <p:ph type="body" idx="1"/>
          </p:nvPr>
        </p:nvSpPr>
        <p:spPr>
          <a:xfrm>
            <a:off x="1382157" y="3010591"/>
            <a:ext cx="17339700" cy="7175400"/>
          </a:xfrm>
          <a:prstGeom prst="rect">
            <a:avLst/>
          </a:prstGeom>
          <a:noFill/>
          <a:ln>
            <a:noFill/>
          </a:ln>
        </p:spPr>
        <p:txBody>
          <a:bodyPr spcFirstLastPara="1" wrap="square" lIns="150750" tIns="75350" rIns="150750" bIns="75350" anchor="t" anchorCtr="0">
            <a:normAutofit/>
          </a:bodyPr>
          <a:lstStyle>
            <a:lvl1pPr marL="457200" marR="0" lvl="0" indent="-520700" algn="l">
              <a:lnSpc>
                <a:spcPct val="90000"/>
              </a:lnSpc>
              <a:spcBef>
                <a:spcPts val="1600"/>
              </a:spcBef>
              <a:spcAft>
                <a:spcPts val="0"/>
              </a:spcAft>
              <a:buClr>
                <a:schemeClr val="dk1"/>
              </a:buClr>
              <a:buSzPts val="4600"/>
              <a:buFont typeface="Arial"/>
              <a:buChar char="•"/>
              <a:defRPr sz="4600" b="0" i="0" u="none" strike="noStrike" cap="none">
                <a:solidFill>
                  <a:schemeClr val="dk1"/>
                </a:solidFill>
                <a:latin typeface="Arial"/>
                <a:ea typeface="Arial"/>
                <a:cs typeface="Arial"/>
                <a:sym typeface="Arial"/>
              </a:defRPr>
            </a:lvl1pPr>
            <a:lvl2pPr marL="914400" marR="0" lvl="1" indent="-482600" algn="l">
              <a:lnSpc>
                <a:spcPct val="90000"/>
              </a:lnSpc>
              <a:spcBef>
                <a:spcPts val="800"/>
              </a:spcBef>
              <a:spcAft>
                <a:spcPts val="0"/>
              </a:spcAft>
              <a:buClr>
                <a:schemeClr val="dk1"/>
              </a:buClr>
              <a:buSzPts val="4000"/>
              <a:buFont typeface="Arial"/>
              <a:buChar char="•"/>
              <a:defRPr sz="4000" b="0" i="0" u="none" strike="noStrike" cap="none">
                <a:solidFill>
                  <a:schemeClr val="dk1"/>
                </a:solidFill>
                <a:latin typeface="Arial"/>
                <a:ea typeface="Arial"/>
                <a:cs typeface="Arial"/>
                <a:sym typeface="Arial"/>
              </a:defRPr>
            </a:lvl2pPr>
            <a:lvl3pPr marL="1371600" marR="0" lvl="2" indent="-438150" algn="l">
              <a:lnSpc>
                <a:spcPct val="90000"/>
              </a:lnSpc>
              <a:spcBef>
                <a:spcPts val="800"/>
              </a:spcBef>
              <a:spcAft>
                <a:spcPts val="0"/>
              </a:spcAft>
              <a:buClr>
                <a:schemeClr val="dk1"/>
              </a:buClr>
              <a:buSzPts val="3300"/>
              <a:buFont typeface="Arial"/>
              <a:buChar char="•"/>
              <a:defRPr sz="3300" b="0" i="0" u="none" strike="noStrike" cap="none">
                <a:solidFill>
                  <a:schemeClr val="dk1"/>
                </a:solidFill>
                <a:latin typeface="Arial"/>
                <a:ea typeface="Arial"/>
                <a:cs typeface="Arial"/>
                <a:sym typeface="Arial"/>
              </a:defRPr>
            </a:lvl3pPr>
            <a:lvl4pPr marL="1828800" marR="0" lvl="3" indent="-419100" algn="l">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4pPr>
            <a:lvl5pPr marL="2286000" marR="0" lvl="4" indent="-419100" algn="l">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5pPr>
            <a:lvl6pPr marL="2743200" marR="0" lvl="5" indent="-419100" algn="l">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6pPr>
            <a:lvl7pPr marL="3200400" marR="0" lvl="6" indent="-419100" algn="l">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7pPr>
            <a:lvl8pPr marL="3657600" marR="0" lvl="7" indent="-419100" algn="l">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8pPr>
            <a:lvl9pPr marL="4114800" marR="0" lvl="8" indent="-419100" algn="l">
              <a:lnSpc>
                <a:spcPct val="90000"/>
              </a:lnSpc>
              <a:spcBef>
                <a:spcPts val="8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dt" idx="10"/>
          </p:nvPr>
        </p:nvSpPr>
        <p:spPr>
          <a:xfrm>
            <a:off x="1382157" y="10482092"/>
            <a:ext cx="4523400" cy="602100"/>
          </a:xfrm>
          <a:prstGeom prst="rect">
            <a:avLst/>
          </a:prstGeom>
          <a:noFill/>
          <a:ln>
            <a:noFill/>
          </a:ln>
        </p:spPr>
        <p:txBody>
          <a:bodyPr spcFirstLastPara="1" wrap="square" lIns="150750" tIns="75350" rIns="150750" bIns="75350" anchor="ctr" anchorCtr="0">
            <a:noAutofit/>
          </a:bodyPr>
          <a:lstStyle>
            <a:lvl1pPr marR="0" lvl="0" algn="l">
              <a:spcBef>
                <a:spcPts val="0"/>
              </a:spcBef>
              <a:spcAft>
                <a:spcPts val="0"/>
              </a:spcAft>
              <a:buSzPts val="2300"/>
              <a:buNone/>
              <a:defRPr sz="2000" b="0" i="0" u="none" strike="noStrike" cap="none">
                <a:solidFill>
                  <a:srgbClr val="757575"/>
                </a:solidFill>
                <a:latin typeface="Arial"/>
                <a:ea typeface="Arial"/>
                <a:cs typeface="Arial"/>
                <a:sym typeface="Arial"/>
              </a:defRPr>
            </a:lvl1pPr>
            <a:lvl2pPr marR="0" lvl="1" algn="l">
              <a:spcBef>
                <a:spcPts val="0"/>
              </a:spcBef>
              <a:spcAft>
                <a:spcPts val="0"/>
              </a:spcAft>
              <a:buSzPts val="2300"/>
              <a:buNone/>
              <a:defRPr sz="3000" b="0" i="0" u="none" strike="noStrike" cap="none">
                <a:solidFill>
                  <a:schemeClr val="dk1"/>
                </a:solidFill>
                <a:latin typeface="Arial"/>
                <a:ea typeface="Arial"/>
                <a:cs typeface="Arial"/>
                <a:sym typeface="Arial"/>
              </a:defRPr>
            </a:lvl2pPr>
            <a:lvl3pPr marR="0" lvl="2" algn="l">
              <a:spcBef>
                <a:spcPts val="0"/>
              </a:spcBef>
              <a:spcAft>
                <a:spcPts val="0"/>
              </a:spcAft>
              <a:buSzPts val="2300"/>
              <a:buNone/>
              <a:defRPr sz="3000" b="0" i="0" u="none" strike="noStrike" cap="none">
                <a:solidFill>
                  <a:schemeClr val="dk1"/>
                </a:solidFill>
                <a:latin typeface="Arial"/>
                <a:ea typeface="Arial"/>
                <a:cs typeface="Arial"/>
                <a:sym typeface="Arial"/>
              </a:defRPr>
            </a:lvl3pPr>
            <a:lvl4pPr marR="0" lvl="3" algn="l">
              <a:spcBef>
                <a:spcPts val="0"/>
              </a:spcBef>
              <a:spcAft>
                <a:spcPts val="0"/>
              </a:spcAft>
              <a:buSzPts val="2300"/>
              <a:buNone/>
              <a:defRPr sz="3000" b="0" i="0" u="none" strike="noStrike" cap="none">
                <a:solidFill>
                  <a:schemeClr val="dk1"/>
                </a:solidFill>
                <a:latin typeface="Arial"/>
                <a:ea typeface="Arial"/>
                <a:cs typeface="Arial"/>
                <a:sym typeface="Arial"/>
              </a:defRPr>
            </a:lvl4pPr>
            <a:lvl5pPr marR="0" lvl="4" algn="l">
              <a:spcBef>
                <a:spcPts val="0"/>
              </a:spcBef>
              <a:spcAft>
                <a:spcPts val="0"/>
              </a:spcAft>
              <a:buSzPts val="2300"/>
              <a:buNone/>
              <a:defRPr sz="3000" b="0" i="0" u="none" strike="noStrike" cap="none">
                <a:solidFill>
                  <a:schemeClr val="dk1"/>
                </a:solidFill>
                <a:latin typeface="Arial"/>
                <a:ea typeface="Arial"/>
                <a:cs typeface="Arial"/>
                <a:sym typeface="Arial"/>
              </a:defRPr>
            </a:lvl5pPr>
            <a:lvl6pPr marR="0" lvl="5" algn="l">
              <a:spcBef>
                <a:spcPts val="0"/>
              </a:spcBef>
              <a:spcAft>
                <a:spcPts val="0"/>
              </a:spcAft>
              <a:buSzPts val="2300"/>
              <a:buNone/>
              <a:defRPr sz="3000" b="0" i="0" u="none" strike="noStrike" cap="none">
                <a:solidFill>
                  <a:schemeClr val="dk1"/>
                </a:solidFill>
                <a:latin typeface="Arial"/>
                <a:ea typeface="Arial"/>
                <a:cs typeface="Arial"/>
                <a:sym typeface="Arial"/>
              </a:defRPr>
            </a:lvl6pPr>
            <a:lvl7pPr marR="0" lvl="6" algn="l">
              <a:spcBef>
                <a:spcPts val="0"/>
              </a:spcBef>
              <a:spcAft>
                <a:spcPts val="0"/>
              </a:spcAft>
              <a:buSzPts val="2300"/>
              <a:buNone/>
              <a:defRPr sz="3000" b="0" i="0" u="none" strike="noStrike" cap="none">
                <a:solidFill>
                  <a:schemeClr val="dk1"/>
                </a:solidFill>
                <a:latin typeface="Arial"/>
                <a:ea typeface="Arial"/>
                <a:cs typeface="Arial"/>
                <a:sym typeface="Arial"/>
              </a:defRPr>
            </a:lvl7pPr>
            <a:lvl8pPr marR="0" lvl="7" algn="l">
              <a:spcBef>
                <a:spcPts val="0"/>
              </a:spcBef>
              <a:spcAft>
                <a:spcPts val="0"/>
              </a:spcAft>
              <a:buSzPts val="2300"/>
              <a:buNone/>
              <a:defRPr sz="3000" b="0" i="0" u="none" strike="noStrike" cap="none">
                <a:solidFill>
                  <a:schemeClr val="dk1"/>
                </a:solidFill>
                <a:latin typeface="Arial"/>
                <a:ea typeface="Arial"/>
                <a:cs typeface="Arial"/>
                <a:sym typeface="Arial"/>
              </a:defRPr>
            </a:lvl8pPr>
            <a:lvl9pPr marR="0" lvl="8" algn="l">
              <a:spcBef>
                <a:spcPts val="0"/>
              </a:spcBef>
              <a:spcAft>
                <a:spcPts val="0"/>
              </a:spcAft>
              <a:buSzPts val="2300"/>
              <a:buNone/>
              <a:defRPr sz="3000"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ftr" idx="11"/>
          </p:nvPr>
        </p:nvSpPr>
        <p:spPr>
          <a:xfrm>
            <a:off x="6659483" y="10482092"/>
            <a:ext cx="6785100" cy="602100"/>
          </a:xfrm>
          <a:prstGeom prst="rect">
            <a:avLst/>
          </a:prstGeom>
          <a:noFill/>
          <a:ln>
            <a:noFill/>
          </a:ln>
        </p:spPr>
        <p:txBody>
          <a:bodyPr spcFirstLastPara="1" wrap="square" lIns="150750" tIns="75350" rIns="150750" bIns="75350" anchor="ctr" anchorCtr="0">
            <a:noAutofit/>
          </a:bodyPr>
          <a:lstStyle>
            <a:lvl1pPr marR="0" lvl="0" algn="ctr">
              <a:spcBef>
                <a:spcPts val="0"/>
              </a:spcBef>
              <a:spcAft>
                <a:spcPts val="0"/>
              </a:spcAft>
              <a:buSzPts val="2300"/>
              <a:buNone/>
              <a:defRPr sz="2000" b="0" i="0" u="none" strike="noStrike" cap="none">
                <a:solidFill>
                  <a:srgbClr val="757575"/>
                </a:solidFill>
                <a:latin typeface="Arial"/>
                <a:ea typeface="Arial"/>
                <a:cs typeface="Arial"/>
                <a:sym typeface="Arial"/>
              </a:defRPr>
            </a:lvl1pPr>
            <a:lvl2pPr marR="0" lvl="1" algn="l">
              <a:spcBef>
                <a:spcPts val="0"/>
              </a:spcBef>
              <a:spcAft>
                <a:spcPts val="0"/>
              </a:spcAft>
              <a:buSzPts val="2300"/>
              <a:buNone/>
              <a:defRPr sz="3000" b="0" i="0" u="none" strike="noStrike" cap="none">
                <a:solidFill>
                  <a:schemeClr val="dk1"/>
                </a:solidFill>
                <a:latin typeface="Arial"/>
                <a:ea typeface="Arial"/>
                <a:cs typeface="Arial"/>
                <a:sym typeface="Arial"/>
              </a:defRPr>
            </a:lvl2pPr>
            <a:lvl3pPr marR="0" lvl="2" algn="l">
              <a:spcBef>
                <a:spcPts val="0"/>
              </a:spcBef>
              <a:spcAft>
                <a:spcPts val="0"/>
              </a:spcAft>
              <a:buSzPts val="2300"/>
              <a:buNone/>
              <a:defRPr sz="3000" b="0" i="0" u="none" strike="noStrike" cap="none">
                <a:solidFill>
                  <a:schemeClr val="dk1"/>
                </a:solidFill>
                <a:latin typeface="Arial"/>
                <a:ea typeface="Arial"/>
                <a:cs typeface="Arial"/>
                <a:sym typeface="Arial"/>
              </a:defRPr>
            </a:lvl3pPr>
            <a:lvl4pPr marR="0" lvl="3" algn="l">
              <a:spcBef>
                <a:spcPts val="0"/>
              </a:spcBef>
              <a:spcAft>
                <a:spcPts val="0"/>
              </a:spcAft>
              <a:buSzPts val="2300"/>
              <a:buNone/>
              <a:defRPr sz="3000" b="0" i="0" u="none" strike="noStrike" cap="none">
                <a:solidFill>
                  <a:schemeClr val="dk1"/>
                </a:solidFill>
                <a:latin typeface="Arial"/>
                <a:ea typeface="Arial"/>
                <a:cs typeface="Arial"/>
                <a:sym typeface="Arial"/>
              </a:defRPr>
            </a:lvl4pPr>
            <a:lvl5pPr marR="0" lvl="4" algn="l">
              <a:spcBef>
                <a:spcPts val="0"/>
              </a:spcBef>
              <a:spcAft>
                <a:spcPts val="0"/>
              </a:spcAft>
              <a:buSzPts val="2300"/>
              <a:buNone/>
              <a:defRPr sz="3000" b="0" i="0" u="none" strike="noStrike" cap="none">
                <a:solidFill>
                  <a:schemeClr val="dk1"/>
                </a:solidFill>
                <a:latin typeface="Arial"/>
                <a:ea typeface="Arial"/>
                <a:cs typeface="Arial"/>
                <a:sym typeface="Arial"/>
              </a:defRPr>
            </a:lvl5pPr>
            <a:lvl6pPr marR="0" lvl="5" algn="l">
              <a:spcBef>
                <a:spcPts val="0"/>
              </a:spcBef>
              <a:spcAft>
                <a:spcPts val="0"/>
              </a:spcAft>
              <a:buSzPts val="2300"/>
              <a:buNone/>
              <a:defRPr sz="3000" b="0" i="0" u="none" strike="noStrike" cap="none">
                <a:solidFill>
                  <a:schemeClr val="dk1"/>
                </a:solidFill>
                <a:latin typeface="Arial"/>
                <a:ea typeface="Arial"/>
                <a:cs typeface="Arial"/>
                <a:sym typeface="Arial"/>
              </a:defRPr>
            </a:lvl6pPr>
            <a:lvl7pPr marR="0" lvl="6" algn="l">
              <a:spcBef>
                <a:spcPts val="0"/>
              </a:spcBef>
              <a:spcAft>
                <a:spcPts val="0"/>
              </a:spcAft>
              <a:buSzPts val="2300"/>
              <a:buNone/>
              <a:defRPr sz="3000" b="0" i="0" u="none" strike="noStrike" cap="none">
                <a:solidFill>
                  <a:schemeClr val="dk1"/>
                </a:solidFill>
                <a:latin typeface="Arial"/>
                <a:ea typeface="Arial"/>
                <a:cs typeface="Arial"/>
                <a:sym typeface="Arial"/>
              </a:defRPr>
            </a:lvl7pPr>
            <a:lvl8pPr marR="0" lvl="7" algn="l">
              <a:spcBef>
                <a:spcPts val="0"/>
              </a:spcBef>
              <a:spcAft>
                <a:spcPts val="0"/>
              </a:spcAft>
              <a:buSzPts val="2300"/>
              <a:buNone/>
              <a:defRPr sz="3000" b="0" i="0" u="none" strike="noStrike" cap="none">
                <a:solidFill>
                  <a:schemeClr val="dk1"/>
                </a:solidFill>
                <a:latin typeface="Arial"/>
                <a:ea typeface="Arial"/>
                <a:cs typeface="Arial"/>
                <a:sym typeface="Arial"/>
              </a:defRPr>
            </a:lvl8pPr>
            <a:lvl9pPr marR="0" lvl="8" algn="l">
              <a:spcBef>
                <a:spcPts val="0"/>
              </a:spcBef>
              <a:spcAft>
                <a:spcPts val="0"/>
              </a:spcAft>
              <a:buSzPts val="2300"/>
              <a:buNone/>
              <a:defRPr sz="3000" b="0" i="0" u="none" strike="noStrike" cap="none">
                <a:solidFill>
                  <a:schemeClr val="dk1"/>
                </a:solidFill>
                <a:latin typeface="Arial"/>
                <a:ea typeface="Arial"/>
                <a:cs typeface="Arial"/>
                <a:sym typeface="Arial"/>
              </a:defRPr>
            </a:lvl9pPr>
          </a:lstStyle>
          <a:p>
            <a:endParaRPr/>
          </a:p>
        </p:txBody>
      </p:sp>
      <p:sp>
        <p:nvSpPr>
          <p:cNvPr id="26" name="Google Shape;26;p3"/>
          <p:cNvSpPr txBox="1">
            <a:spLocks noGrp="1"/>
          </p:cNvSpPr>
          <p:nvPr>
            <p:ph type="sldNum" idx="12"/>
          </p:nvPr>
        </p:nvSpPr>
        <p:spPr>
          <a:xfrm>
            <a:off x="14198521" y="10482092"/>
            <a:ext cx="4523400" cy="602100"/>
          </a:xfrm>
          <a:prstGeom prst="rect">
            <a:avLst/>
          </a:prstGeom>
          <a:noFill/>
          <a:ln>
            <a:noFill/>
          </a:ln>
        </p:spPr>
        <p:txBody>
          <a:bodyPr spcFirstLastPara="1" wrap="square" lIns="150750" tIns="75350" rIns="150750" bIns="75350" anchor="ctr" anchorCtr="0">
            <a:noAutofit/>
          </a:bodyPr>
          <a:lstStyle>
            <a:lvl1pPr marL="0" marR="0" lvl="0" indent="0" algn="r">
              <a:spcBef>
                <a:spcPts val="0"/>
              </a:spcBef>
              <a:buNone/>
              <a:defRPr sz="2000" b="0" i="0" u="none" strike="noStrike" cap="none">
                <a:solidFill>
                  <a:srgbClr val="757575"/>
                </a:solidFill>
                <a:latin typeface="Arial"/>
                <a:ea typeface="Arial"/>
                <a:cs typeface="Arial"/>
                <a:sym typeface="Arial"/>
              </a:defRPr>
            </a:lvl1pPr>
            <a:lvl2pPr marL="0" marR="0" lvl="1" indent="0" algn="r">
              <a:spcBef>
                <a:spcPts val="0"/>
              </a:spcBef>
              <a:buNone/>
              <a:defRPr sz="2000" b="0" i="0" u="none" strike="noStrike" cap="none">
                <a:solidFill>
                  <a:srgbClr val="757575"/>
                </a:solidFill>
                <a:latin typeface="Arial"/>
                <a:ea typeface="Arial"/>
                <a:cs typeface="Arial"/>
                <a:sym typeface="Arial"/>
              </a:defRPr>
            </a:lvl2pPr>
            <a:lvl3pPr marL="0" marR="0" lvl="2" indent="0" algn="r">
              <a:spcBef>
                <a:spcPts val="0"/>
              </a:spcBef>
              <a:buNone/>
              <a:defRPr sz="2000" b="0" i="0" u="none" strike="noStrike" cap="none">
                <a:solidFill>
                  <a:srgbClr val="757575"/>
                </a:solidFill>
                <a:latin typeface="Arial"/>
                <a:ea typeface="Arial"/>
                <a:cs typeface="Arial"/>
                <a:sym typeface="Arial"/>
              </a:defRPr>
            </a:lvl3pPr>
            <a:lvl4pPr marL="0" marR="0" lvl="3" indent="0" algn="r">
              <a:spcBef>
                <a:spcPts val="0"/>
              </a:spcBef>
              <a:buNone/>
              <a:defRPr sz="2000" b="0" i="0" u="none" strike="noStrike" cap="none">
                <a:solidFill>
                  <a:srgbClr val="757575"/>
                </a:solidFill>
                <a:latin typeface="Arial"/>
                <a:ea typeface="Arial"/>
                <a:cs typeface="Arial"/>
                <a:sym typeface="Arial"/>
              </a:defRPr>
            </a:lvl4pPr>
            <a:lvl5pPr marL="0" marR="0" lvl="4" indent="0" algn="r">
              <a:spcBef>
                <a:spcPts val="0"/>
              </a:spcBef>
              <a:buNone/>
              <a:defRPr sz="2000" b="0" i="0" u="none" strike="noStrike" cap="none">
                <a:solidFill>
                  <a:srgbClr val="757575"/>
                </a:solidFill>
                <a:latin typeface="Arial"/>
                <a:ea typeface="Arial"/>
                <a:cs typeface="Arial"/>
                <a:sym typeface="Arial"/>
              </a:defRPr>
            </a:lvl5pPr>
            <a:lvl6pPr marL="0" marR="0" lvl="5" indent="0" algn="r">
              <a:spcBef>
                <a:spcPts val="0"/>
              </a:spcBef>
              <a:buNone/>
              <a:defRPr sz="2000" b="0" i="0" u="none" strike="noStrike" cap="none">
                <a:solidFill>
                  <a:srgbClr val="757575"/>
                </a:solidFill>
                <a:latin typeface="Arial"/>
                <a:ea typeface="Arial"/>
                <a:cs typeface="Arial"/>
                <a:sym typeface="Arial"/>
              </a:defRPr>
            </a:lvl6pPr>
            <a:lvl7pPr marL="0" marR="0" lvl="6" indent="0" algn="r">
              <a:spcBef>
                <a:spcPts val="0"/>
              </a:spcBef>
              <a:buNone/>
              <a:defRPr sz="2000" b="0" i="0" u="none" strike="noStrike" cap="none">
                <a:solidFill>
                  <a:srgbClr val="757575"/>
                </a:solidFill>
                <a:latin typeface="Arial"/>
                <a:ea typeface="Arial"/>
                <a:cs typeface="Arial"/>
                <a:sym typeface="Arial"/>
              </a:defRPr>
            </a:lvl7pPr>
            <a:lvl8pPr marL="0" marR="0" lvl="7" indent="0" algn="r">
              <a:spcBef>
                <a:spcPts val="0"/>
              </a:spcBef>
              <a:buNone/>
              <a:defRPr sz="2000" b="0" i="0" u="none" strike="noStrike" cap="none">
                <a:solidFill>
                  <a:srgbClr val="757575"/>
                </a:solidFill>
                <a:latin typeface="Arial"/>
                <a:ea typeface="Arial"/>
                <a:cs typeface="Arial"/>
                <a:sym typeface="Arial"/>
              </a:defRPr>
            </a:lvl8pPr>
            <a:lvl9pPr marL="0" marR="0" lvl="8" indent="0" algn="r">
              <a:spcBef>
                <a:spcPts val="0"/>
              </a:spcBef>
              <a:buNone/>
              <a:defRPr sz="20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9"/>
        <p:cNvGrpSpPr/>
        <p:nvPr/>
      </p:nvGrpSpPr>
      <p:grpSpPr>
        <a:xfrm>
          <a:off x="0" y="0"/>
          <a:ext cx="0" cy="0"/>
          <a:chOff x="0" y="0"/>
          <a:chExt cx="0" cy="0"/>
        </a:xfrm>
      </p:grpSpPr>
      <p:sp>
        <p:nvSpPr>
          <p:cNvPr id="100" name="Google Shape;100;p15"/>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1" name="Google Shape;101;p15"/>
          <p:cNvPicPr preferRelativeResize="0"/>
          <p:nvPr/>
        </p:nvPicPr>
        <p:blipFill rotWithShape="1">
          <a:blip r:embed="rId3">
            <a:alphaModFix/>
          </a:blip>
          <a:srcRect/>
          <a:stretch/>
        </p:blipFill>
        <p:spPr>
          <a:xfrm>
            <a:off x="0" y="-25"/>
            <a:ext cx="20104100" cy="11309350"/>
          </a:xfrm>
          <a:prstGeom prst="rect">
            <a:avLst/>
          </a:prstGeom>
          <a:noFill/>
          <a:ln>
            <a:noFill/>
          </a:ln>
        </p:spPr>
      </p:pic>
      <p:sp>
        <p:nvSpPr>
          <p:cNvPr id="102" name="Google Shape;102;p15"/>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 name="Google Shape;103;p15"/>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4" name="Google Shape;104;p15"/>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06" name="Google Shape;106;p15"/>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1</a:t>
            </a:fld>
            <a:endParaRPr sz="1400" b="0" i="0" u="none" strike="noStrike" cap="none">
              <a:solidFill>
                <a:srgbClr val="000000"/>
              </a:solidFill>
              <a:latin typeface="Arial"/>
              <a:ea typeface="Arial"/>
              <a:cs typeface="Arial"/>
              <a:sym typeface="Arial"/>
            </a:endParaRPr>
          </a:p>
        </p:txBody>
      </p:sp>
      <p:sp>
        <p:nvSpPr>
          <p:cNvPr id="107" name="Google Shape;107;p15"/>
          <p:cNvSpPr txBox="1"/>
          <p:nvPr/>
        </p:nvSpPr>
        <p:spPr>
          <a:xfrm>
            <a:off x="2054300" y="1419452"/>
            <a:ext cx="15995400" cy="1938952"/>
          </a:xfrm>
          <a:prstGeom prst="rect">
            <a:avLst/>
          </a:prstGeom>
          <a:noFill/>
          <a:ln>
            <a:noFill/>
          </a:ln>
        </p:spPr>
        <p:txBody>
          <a:bodyPr spcFirstLastPara="1" wrap="square" lIns="91425" tIns="45700" rIns="91425" bIns="45700" anchor="t" anchorCtr="0">
            <a:spAutoFit/>
          </a:bodyPr>
          <a:lstStyle/>
          <a:p>
            <a:pPr algn="ctr">
              <a:lnSpc>
                <a:spcPct val="150000"/>
              </a:lnSpc>
            </a:pPr>
            <a:r>
              <a:rPr lang="en-IN" sz="4800" b="1" dirty="0">
                <a:solidFill>
                  <a:srgbClr val="00B050"/>
                </a:solidFill>
                <a:latin typeface="Times New Roman" panose="02020603050405020304" pitchFamily="18" charset="0"/>
                <a:cs typeface="Times New Roman" panose="02020603050405020304" pitchFamily="18" charset="0"/>
              </a:rPr>
              <a:t>Physical Design </a:t>
            </a:r>
            <a:r>
              <a:rPr lang="en-US" sz="4800" b="1" dirty="0">
                <a:solidFill>
                  <a:srgbClr val="00B050"/>
                </a:solidFill>
                <a:latin typeface="Times New Roman" panose="02020603050405020304" pitchFamily="18" charset="0"/>
                <a:cs typeface="Times New Roman" panose="02020603050405020304" pitchFamily="18" charset="0"/>
              </a:rPr>
              <a:t> (MVE322IA)</a:t>
            </a:r>
          </a:p>
          <a:p>
            <a:pPr algn="ctr"/>
            <a:r>
              <a:rPr lang="en-US" sz="4800" b="1" dirty="0">
                <a:solidFill>
                  <a:schemeClr val="accent6">
                    <a:lumMod val="75000"/>
                  </a:schemeClr>
                </a:solidFill>
                <a:latin typeface="Times New Roman" panose="02020603050405020304" pitchFamily="18" charset="0"/>
                <a:cs typeface="Times New Roman" panose="02020603050405020304" pitchFamily="18" charset="0"/>
              </a:rPr>
              <a:t> Project Based Learning</a:t>
            </a:r>
            <a:endParaRPr lang="en-US" sz="4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08" name="Google Shape;108;p15"/>
          <p:cNvSpPr txBox="1"/>
          <p:nvPr/>
        </p:nvSpPr>
        <p:spPr>
          <a:xfrm>
            <a:off x="772533" y="3625881"/>
            <a:ext cx="18558933" cy="2123618"/>
          </a:xfrm>
          <a:prstGeom prst="rect">
            <a:avLst/>
          </a:prstGeom>
          <a:noFill/>
          <a:ln>
            <a:noFill/>
          </a:ln>
        </p:spPr>
        <p:txBody>
          <a:bodyPr spcFirstLastPara="1" wrap="square" lIns="91425" tIns="45700" rIns="91425" bIns="45700" anchor="t" anchorCtr="0">
            <a:spAutoFit/>
          </a:bodyPr>
          <a:lstStyle/>
          <a:p>
            <a:pPr algn="ctr">
              <a:buClr>
                <a:srgbClr val="0033CC"/>
              </a:buClr>
              <a:buSzPts val="4000"/>
            </a:pPr>
            <a:r>
              <a:rPr lang="en-US" sz="6600" b="1" dirty="0">
                <a:solidFill>
                  <a:srgbClr val="FF33CC"/>
                </a:solidFill>
                <a:latin typeface="Times New Roman" panose="02020603050405020304" pitchFamily="18" charset="0"/>
                <a:cs typeface="Times New Roman" panose="02020603050405020304" pitchFamily="18" charset="0"/>
              </a:rPr>
              <a:t>RTL to GDS-II Implementation of MIPI DSI Host Controller for Foveated Rendering Systems</a:t>
            </a:r>
            <a:endParaRPr sz="6600" b="1" i="0" u="none" strike="noStrike" cap="none" dirty="0">
              <a:solidFill>
                <a:srgbClr val="FF33CC"/>
              </a:solidFill>
              <a:latin typeface="Times New Roman" panose="02020603050405020304" pitchFamily="18" charset="0"/>
              <a:ea typeface="Calibri"/>
              <a:cs typeface="Times New Roman" panose="02020603050405020304" pitchFamily="18" charset="0"/>
              <a:sym typeface="Calibri"/>
            </a:endParaRPr>
          </a:p>
        </p:txBody>
      </p:sp>
      <p:sp>
        <p:nvSpPr>
          <p:cNvPr id="110" name="Google Shape;110;p15"/>
          <p:cNvSpPr txBox="1"/>
          <p:nvPr/>
        </p:nvSpPr>
        <p:spPr>
          <a:xfrm>
            <a:off x="5629386" y="8735390"/>
            <a:ext cx="11356333" cy="1938952"/>
          </a:xfrm>
          <a:prstGeom prst="rect">
            <a:avLst/>
          </a:prstGeom>
          <a:noFill/>
          <a:ln>
            <a:noFill/>
          </a:ln>
        </p:spPr>
        <p:txBody>
          <a:bodyPr spcFirstLastPara="1" wrap="square" lIns="91425" tIns="45700" rIns="91425" bIns="45700" anchor="t" anchorCtr="0">
            <a:spAutoFit/>
          </a:bodyPr>
          <a:lstStyle/>
          <a:p>
            <a:pPr lvl="0" algn="ctr">
              <a:lnSpc>
                <a:spcPct val="150000"/>
              </a:lnSpc>
            </a:pPr>
            <a:r>
              <a:rPr lang="en-US" sz="4000" b="1" dirty="0">
                <a:solidFill>
                  <a:srgbClr val="0000FF"/>
                </a:solidFill>
                <a:latin typeface="Times New Roman" panose="02020603050405020304" pitchFamily="18" charset="0"/>
                <a:cs typeface="Times New Roman" panose="02020603050405020304" pitchFamily="18" charset="0"/>
              </a:rPr>
              <a:t>M. Tech  VLSI Design &amp; Embedded Systems Department of ECE,  </a:t>
            </a:r>
            <a:r>
              <a:rPr lang="en-US" sz="4000" b="1" i="0" u="none" strike="noStrike" cap="none" dirty="0">
                <a:solidFill>
                  <a:srgbClr val="0000FF"/>
                </a:solidFill>
                <a:latin typeface="Times New Roman" panose="02020603050405020304" pitchFamily="18" charset="0"/>
                <a:cs typeface="Times New Roman" panose="02020603050405020304" pitchFamily="18" charset="0"/>
                <a:sym typeface="Arial"/>
              </a:rPr>
              <a:t>RVCE, Bengaluru-59</a:t>
            </a:r>
            <a:endParaRPr sz="4000" b="1" dirty="0">
              <a:solidFill>
                <a:srgbClr val="0000FF"/>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811955599"/>
              </p:ext>
            </p:extLst>
          </p:nvPr>
        </p:nvGraphicFramePr>
        <p:xfrm>
          <a:off x="3350632" y="6507114"/>
          <a:ext cx="13402734" cy="1470660"/>
        </p:xfrm>
        <a:graphic>
          <a:graphicData uri="http://schemas.openxmlformats.org/drawingml/2006/table">
            <a:tbl>
              <a:tblPr firstRow="1" bandRow="1">
                <a:tableStyleId>{0609906D-B0A9-4EC5-A5FE-2A6D8419C921}</a:tableStyleId>
              </a:tblPr>
              <a:tblGrid>
                <a:gridCol w="6701367">
                  <a:extLst>
                    <a:ext uri="{9D8B030D-6E8A-4147-A177-3AD203B41FA5}">
                      <a16:colId xmlns:a16="http://schemas.microsoft.com/office/drawing/2014/main" val="20000"/>
                    </a:ext>
                  </a:extLst>
                </a:gridCol>
                <a:gridCol w="6701367">
                  <a:extLst>
                    <a:ext uri="{9D8B030D-6E8A-4147-A177-3AD203B41FA5}">
                      <a16:colId xmlns:a16="http://schemas.microsoft.com/office/drawing/2014/main" val="20001"/>
                    </a:ext>
                  </a:extLst>
                </a:gridCol>
              </a:tblGrid>
              <a:tr h="370840">
                <a:tc>
                  <a:txBody>
                    <a:bodyPr/>
                    <a:lstStyle/>
                    <a:p>
                      <a:pPr>
                        <a:lnSpc>
                          <a:spcPct val="150000"/>
                        </a:lnSpc>
                      </a:pPr>
                      <a:r>
                        <a:rPr lang="en-US" sz="3200" b="1" dirty="0">
                          <a:latin typeface="Times New Roman" panose="02020603050405020304" pitchFamily="18" charset="0"/>
                          <a:cs typeface="Times New Roman" panose="02020603050405020304" pitchFamily="18" charset="0"/>
                        </a:rPr>
                        <a:t>Dilip C</a:t>
                      </a:r>
                    </a:p>
                  </a:txBody>
                  <a:tcPr/>
                </a:tc>
                <a:tc>
                  <a:txBody>
                    <a:bodyPr/>
                    <a:lstStyle/>
                    <a:p>
                      <a:pPr>
                        <a:lnSpc>
                          <a:spcPct val="150000"/>
                        </a:lnSpc>
                      </a:pPr>
                      <a:r>
                        <a:rPr lang="en-US" sz="3200" b="1" dirty="0">
                          <a:latin typeface="Times New Roman" panose="02020603050405020304" pitchFamily="18" charset="0"/>
                          <a:cs typeface="Times New Roman" panose="02020603050405020304" pitchFamily="18" charset="0"/>
                        </a:rPr>
                        <a:t>1RV25LVS10</a:t>
                      </a:r>
                    </a:p>
                  </a:txBody>
                  <a:tcPr/>
                </a:tc>
                <a:extLst>
                  <a:ext uri="{0D108BD9-81ED-4DB2-BD59-A6C34878D82A}">
                    <a16:rowId xmlns:a16="http://schemas.microsoft.com/office/drawing/2014/main" val="10000"/>
                  </a:ext>
                </a:extLst>
              </a:tr>
              <a:tr h="370840">
                <a:tc>
                  <a:txBody>
                    <a:bodyPr/>
                    <a:lstStyle/>
                    <a:p>
                      <a:pPr>
                        <a:lnSpc>
                          <a:spcPct val="150000"/>
                        </a:lnSpc>
                      </a:pPr>
                      <a:r>
                        <a:rPr lang="en-US" sz="3200" b="1" dirty="0">
                          <a:latin typeface="Times New Roman" panose="02020603050405020304" pitchFamily="18" charset="0"/>
                          <a:cs typeface="Times New Roman" panose="02020603050405020304" pitchFamily="18" charset="0"/>
                        </a:rPr>
                        <a:t>Karthik Bhat Y</a:t>
                      </a:r>
                    </a:p>
                  </a:txBody>
                  <a:tcPr/>
                </a:tc>
                <a:tc>
                  <a:txBody>
                    <a:bodyPr/>
                    <a:lstStyle/>
                    <a:p>
                      <a:pPr>
                        <a:lnSpc>
                          <a:spcPct val="150000"/>
                        </a:lnSpc>
                      </a:pPr>
                      <a:r>
                        <a:rPr lang="en-US" sz="3200" b="1" dirty="0">
                          <a:latin typeface="Times New Roman" panose="02020603050405020304" pitchFamily="18" charset="0"/>
                          <a:cs typeface="Times New Roman" panose="02020603050405020304" pitchFamily="18" charset="0"/>
                        </a:rPr>
                        <a:t>1RV25LVS13</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xfrm>
            <a:off x="581025" y="407987"/>
            <a:ext cx="18942050" cy="484187"/>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1400"/>
              <a:buNone/>
            </a:pPr>
            <a:endParaRPr/>
          </a:p>
        </p:txBody>
      </p:sp>
      <p:sp>
        <p:nvSpPr>
          <p:cNvPr id="117" name="Google Shape;117;p16"/>
          <p:cNvSpPr txBox="1">
            <a:spLocks noGrp="1"/>
          </p:cNvSpPr>
          <p:nvPr>
            <p:ph type="body" idx="1"/>
          </p:nvPr>
        </p:nvSpPr>
        <p:spPr>
          <a:xfrm>
            <a:off x="2746375" y="2613025"/>
            <a:ext cx="14611350" cy="2271712"/>
          </a:xfrm>
          <a:prstGeom prst="rect">
            <a:avLst/>
          </a:prstGeom>
          <a:noFill/>
          <a:ln>
            <a:noFill/>
          </a:ln>
        </p:spPr>
        <p:txBody>
          <a:bodyPr spcFirstLastPara="1" wrap="square" lIns="0" tIns="0" rIns="0" bIns="0" anchor="t" anchorCtr="0">
            <a:spAutoFit/>
          </a:bodyPr>
          <a:lstStyle/>
          <a:p>
            <a:pPr marL="457200" lvl="0" indent="-228600" algn="l" rtl="0">
              <a:lnSpc>
                <a:spcPct val="100000"/>
              </a:lnSpc>
              <a:spcBef>
                <a:spcPts val="360"/>
              </a:spcBef>
              <a:spcAft>
                <a:spcPts val="0"/>
              </a:spcAft>
              <a:buSzPts val="1400"/>
              <a:buNone/>
            </a:pPr>
            <a:endParaRPr/>
          </a:p>
        </p:txBody>
      </p:sp>
      <p:sp>
        <p:nvSpPr>
          <p:cNvPr id="118" name="Google Shape;118;p16"/>
          <p:cNvSpPr txBox="1"/>
          <p:nvPr/>
        </p:nvSpPr>
        <p:spPr>
          <a:xfrm>
            <a:off x="2762250" y="1235075"/>
            <a:ext cx="16336962" cy="842962"/>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chemeClr val="dk1"/>
              </a:buClr>
              <a:buSzPts val="5400"/>
              <a:buFont typeface="Calibri"/>
              <a:buNone/>
            </a:pPr>
            <a:r>
              <a:rPr lang="en-US" sz="5400" b="1" i="0" u="none" strike="noStrike" cap="none">
                <a:solidFill>
                  <a:schemeClr val="dk1"/>
                </a:solidFill>
                <a:latin typeface="Calibri"/>
                <a:ea typeface="Calibri"/>
                <a:cs typeface="Calibri"/>
                <a:sym typeface="Calibri"/>
              </a:rPr>
              <a:t>Outline</a:t>
            </a:r>
            <a:endParaRPr sz="1400" b="0" i="0" u="none" strike="noStrike" cap="none">
              <a:solidFill>
                <a:srgbClr val="000000"/>
              </a:solidFill>
              <a:latin typeface="Arial"/>
              <a:ea typeface="Arial"/>
              <a:cs typeface="Arial"/>
              <a:sym typeface="Arial"/>
            </a:endParaRPr>
          </a:p>
        </p:txBody>
      </p:sp>
      <p:sp>
        <p:nvSpPr>
          <p:cNvPr id="119" name="Google Shape;119;p16"/>
          <p:cNvSpPr txBox="1"/>
          <p:nvPr/>
        </p:nvSpPr>
        <p:spPr>
          <a:xfrm>
            <a:off x="2608262" y="2225675"/>
            <a:ext cx="14887575" cy="9367837"/>
          </a:xfrm>
          <a:prstGeom prst="rect">
            <a:avLst/>
          </a:prstGeom>
          <a:noFill/>
          <a:ln>
            <a:noFill/>
          </a:ln>
        </p:spPr>
        <p:txBody>
          <a:bodyPr spcFirstLastPara="1" wrap="square" lIns="0" tIns="12050" rIns="0" bIns="0" anchor="t" anchorCtr="0">
            <a:spAutoFit/>
          </a:bodyPr>
          <a:lstStyle/>
          <a:p>
            <a:pPr marL="698500" marR="0" lvl="0" indent="-685800" algn="l" rtl="0">
              <a:lnSpc>
                <a:spcPct val="100000"/>
              </a:lnSpc>
              <a:spcBef>
                <a:spcPts val="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About the organization (for internship students)</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Introduction</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Motivation</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Problem Statement</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Objectives of the project</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Literature Survey</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Methodology </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rgbClr val="FF0000"/>
              </a:buClr>
              <a:buSzPts val="4000"/>
              <a:buFont typeface="Calibri"/>
              <a:buChar char="•"/>
            </a:pPr>
            <a:r>
              <a:rPr lang="en-US" sz="4000" b="0" i="0" u="none" strike="noStrike" cap="none">
                <a:solidFill>
                  <a:srgbClr val="FF0000"/>
                </a:solidFill>
                <a:latin typeface="Calibri"/>
                <a:ea typeface="Calibri"/>
                <a:cs typeface="Calibri"/>
                <a:sym typeface="Calibri"/>
              </a:rPr>
              <a:t>Work done so far (Use this from phase 2 presentation onwards)</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rgbClr val="FF0000"/>
              </a:buClr>
              <a:buSzPts val="4000"/>
              <a:buFont typeface="Calibri"/>
              <a:buChar char="•"/>
            </a:pPr>
            <a:r>
              <a:rPr lang="en-US" sz="4000" b="0" i="0" u="none" strike="noStrike" cap="none">
                <a:solidFill>
                  <a:srgbClr val="FF0000"/>
                </a:solidFill>
                <a:latin typeface="Calibri"/>
                <a:ea typeface="Calibri"/>
                <a:cs typeface="Calibri"/>
                <a:sym typeface="Calibri"/>
              </a:rPr>
              <a:t>Work plan for next phase (Use this from phase 2 presentation onwards)</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Project timeline</a:t>
            </a:r>
            <a:endParaRPr sz="1400" b="0" i="0" u="none" strike="noStrike" cap="none">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a:solidFill>
                  <a:schemeClr val="dk1"/>
                </a:solidFill>
                <a:latin typeface="Calibri"/>
                <a:ea typeface="Calibri"/>
                <a:cs typeface="Calibri"/>
                <a:sym typeface="Calibri"/>
              </a:rPr>
              <a:t>References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000"/>
              <a:buFont typeface="Arial"/>
              <a:buNone/>
            </a:pPr>
            <a:endParaRPr sz="4000" b="0" i="0" u="none" strike="noStrike" cap="none">
              <a:solidFill>
                <a:schemeClr val="dk1"/>
              </a:solidFill>
              <a:latin typeface="Calibri"/>
              <a:ea typeface="Calibri"/>
              <a:cs typeface="Calibri"/>
              <a:sym typeface="Calibri"/>
            </a:endParaRPr>
          </a:p>
        </p:txBody>
      </p:sp>
      <p:pic>
        <p:nvPicPr>
          <p:cNvPr id="120" name="Google Shape;120;p16"/>
          <p:cNvPicPr preferRelativeResize="0"/>
          <p:nvPr/>
        </p:nvPicPr>
        <p:blipFill rotWithShape="1">
          <a:blip r:embed="rId3">
            <a:alphaModFix/>
          </a:blip>
          <a:srcRect/>
          <a:stretch/>
        </p:blipFill>
        <p:spPr>
          <a:xfrm>
            <a:off x="0" y="0"/>
            <a:ext cx="20104100" cy="11309350"/>
          </a:xfrm>
          <a:prstGeom prst="rect">
            <a:avLst/>
          </a:prstGeom>
          <a:noFill/>
          <a:ln>
            <a:noFill/>
          </a:ln>
        </p:spPr>
      </p:pic>
      <p:sp>
        <p:nvSpPr>
          <p:cNvPr id="121" name="Google Shape;121;p16"/>
          <p:cNvSpPr txBox="1"/>
          <p:nvPr/>
        </p:nvSpPr>
        <p:spPr>
          <a:xfrm>
            <a:off x="3489484" y="2020590"/>
            <a:ext cx="10206990" cy="923330"/>
          </a:xfrm>
          <a:prstGeom prst="rect">
            <a:avLst/>
          </a:prstGeom>
          <a:noFill/>
          <a:ln>
            <a:noFill/>
          </a:ln>
        </p:spPr>
        <p:txBody>
          <a:bodyPr spcFirstLastPara="1" wrap="square" lIns="91425" tIns="45700" rIns="91425" bIns="45700" anchor="t" anchorCtr="0">
            <a:spAutoFit/>
          </a:bodyPr>
          <a:lstStyle/>
          <a:p>
            <a:pPr marL="12700" marR="0" lvl="0" indent="0" algn="l" rtl="0">
              <a:lnSpc>
                <a:spcPct val="100000"/>
              </a:lnSpc>
              <a:spcBef>
                <a:spcPts val="0"/>
              </a:spcBef>
              <a:spcAft>
                <a:spcPts val="0"/>
              </a:spcAft>
              <a:buClr>
                <a:schemeClr val="dk1"/>
              </a:buClr>
              <a:buSzPts val="5400"/>
              <a:buFont typeface="Calibri"/>
              <a:buNone/>
            </a:pPr>
            <a:r>
              <a:rPr lang="en-US" sz="5400" b="1" i="0" u="none" strike="noStrike" cap="none">
                <a:solidFill>
                  <a:schemeClr val="dk1"/>
                </a:solidFill>
                <a:latin typeface="Calibri"/>
                <a:ea typeface="Calibri"/>
                <a:cs typeface="Calibri"/>
                <a:sym typeface="Calibri"/>
              </a:rPr>
              <a:t>Outline</a:t>
            </a:r>
            <a:endParaRPr sz="5400" b="0" i="0" u="none" strike="noStrike" cap="none">
              <a:solidFill>
                <a:srgbClr val="000000"/>
              </a:solidFill>
              <a:latin typeface="Arial"/>
              <a:ea typeface="Arial"/>
              <a:cs typeface="Arial"/>
              <a:sym typeface="Arial"/>
            </a:endParaRPr>
          </a:p>
        </p:txBody>
      </p:sp>
      <p:sp>
        <p:nvSpPr>
          <p:cNvPr id="122" name="Google Shape;122;p16"/>
          <p:cNvSpPr txBox="1"/>
          <p:nvPr/>
        </p:nvSpPr>
        <p:spPr>
          <a:xfrm>
            <a:off x="2966402" y="3149005"/>
            <a:ext cx="14887575" cy="4936593"/>
          </a:xfrm>
          <a:prstGeom prst="rect">
            <a:avLst/>
          </a:prstGeom>
          <a:noFill/>
          <a:ln>
            <a:noFill/>
          </a:ln>
        </p:spPr>
        <p:txBody>
          <a:bodyPr spcFirstLastPara="1" wrap="square" lIns="0" tIns="12050" rIns="0" bIns="0" anchor="t" anchorCtr="0">
            <a:spAutoFit/>
          </a:bodyPr>
          <a:lstStyle/>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dirty="0">
                <a:solidFill>
                  <a:schemeClr val="dk1"/>
                </a:solidFill>
                <a:latin typeface="Calibri"/>
                <a:ea typeface="Calibri"/>
                <a:cs typeface="Calibri"/>
                <a:sym typeface="Calibri"/>
              </a:rPr>
              <a:t>Introduction</a:t>
            </a:r>
            <a:endParaRPr dirty="0"/>
          </a:p>
          <a:p>
            <a:pPr marL="698500" marR="0" lvl="0" indent="-685800" algn="l" rtl="0">
              <a:lnSpc>
                <a:spcPct val="100000"/>
              </a:lnSpc>
              <a:spcBef>
                <a:spcPts val="800"/>
              </a:spcBef>
              <a:spcAft>
                <a:spcPts val="0"/>
              </a:spcAft>
              <a:buClr>
                <a:srgbClr val="000000"/>
              </a:buClr>
              <a:buSzPts val="4000"/>
              <a:buFont typeface="Calibri"/>
              <a:buChar char="•"/>
            </a:pPr>
            <a:r>
              <a:rPr lang="en-US" sz="4000" b="0" i="0" u="none" strike="noStrike" cap="none" dirty="0">
                <a:solidFill>
                  <a:srgbClr val="000000"/>
                </a:solidFill>
                <a:latin typeface="Calibri"/>
                <a:ea typeface="Calibri"/>
                <a:cs typeface="Calibri"/>
                <a:sym typeface="Calibri"/>
              </a:rPr>
              <a:t>Literature Survey</a:t>
            </a:r>
            <a:endParaRPr sz="1400" b="0" i="0" u="none" strike="noStrike" cap="none" dirty="0">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dirty="0">
                <a:solidFill>
                  <a:schemeClr val="dk1"/>
                </a:solidFill>
                <a:latin typeface="Calibri"/>
                <a:ea typeface="Calibri"/>
                <a:cs typeface="Calibri"/>
                <a:sym typeface="Calibri"/>
              </a:rPr>
              <a:t>Problem Statement</a:t>
            </a:r>
            <a:endParaRPr sz="1400" b="0" i="0" u="none" strike="noStrike" cap="none" dirty="0">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dirty="0">
                <a:solidFill>
                  <a:schemeClr val="dk1"/>
                </a:solidFill>
                <a:latin typeface="Calibri"/>
                <a:ea typeface="Calibri"/>
                <a:cs typeface="Calibri"/>
                <a:sym typeface="Calibri"/>
              </a:rPr>
              <a:t>Objectives</a:t>
            </a:r>
            <a:endParaRPr sz="1400" b="0" i="0" u="none" strike="noStrike" cap="none" dirty="0">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dirty="0">
                <a:solidFill>
                  <a:schemeClr val="dk1"/>
                </a:solidFill>
                <a:latin typeface="Calibri"/>
                <a:ea typeface="Calibri"/>
                <a:cs typeface="Calibri"/>
                <a:sym typeface="Calibri"/>
              </a:rPr>
              <a:t>Methodology</a:t>
            </a:r>
            <a:endParaRPr sz="1400" b="0" i="0" u="none" strike="noStrike" cap="none" dirty="0">
              <a:solidFill>
                <a:srgbClr val="000000"/>
              </a:solidFill>
              <a:latin typeface="Arial"/>
              <a:ea typeface="Arial"/>
              <a:cs typeface="Arial"/>
              <a:sym typeface="Arial"/>
            </a:endParaRPr>
          </a:p>
          <a:p>
            <a:pPr marL="698500" marR="0" lvl="0" indent="-685800" algn="l" rtl="0">
              <a:lnSpc>
                <a:spcPct val="100000"/>
              </a:lnSpc>
              <a:spcBef>
                <a:spcPts val="800"/>
              </a:spcBef>
              <a:spcAft>
                <a:spcPts val="0"/>
              </a:spcAft>
              <a:buClr>
                <a:schemeClr val="dk1"/>
              </a:buClr>
              <a:buSzPts val="4000"/>
              <a:buFont typeface="Calibri"/>
              <a:buChar char="•"/>
            </a:pPr>
            <a:r>
              <a:rPr lang="en-US" sz="4000" b="0" i="0" u="none" strike="noStrike" cap="none" dirty="0">
                <a:solidFill>
                  <a:schemeClr val="dk1"/>
                </a:solidFill>
                <a:latin typeface="Calibri"/>
                <a:ea typeface="Calibri"/>
                <a:cs typeface="Calibri"/>
                <a:sym typeface="Calibri"/>
              </a:rPr>
              <a:t>References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4000"/>
              <a:buFont typeface="Arial"/>
              <a:buNone/>
            </a:pPr>
            <a:endParaRPr sz="4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26">
          <a:extLst>
            <a:ext uri="{FF2B5EF4-FFF2-40B4-BE49-F238E27FC236}">
              <a16:creationId xmlns:a16="http://schemas.microsoft.com/office/drawing/2014/main" id="{4C3FC1A1-1D78-8E1A-2DC8-E5FC09C0230C}"/>
            </a:ext>
          </a:extLst>
        </p:cNvPr>
        <p:cNvGrpSpPr/>
        <p:nvPr/>
      </p:nvGrpSpPr>
      <p:grpSpPr>
        <a:xfrm>
          <a:off x="0" y="0"/>
          <a:ext cx="0" cy="0"/>
          <a:chOff x="0" y="0"/>
          <a:chExt cx="0" cy="0"/>
        </a:xfrm>
      </p:grpSpPr>
      <p:sp>
        <p:nvSpPr>
          <p:cNvPr id="127" name="Google Shape;127;p17">
            <a:extLst>
              <a:ext uri="{FF2B5EF4-FFF2-40B4-BE49-F238E27FC236}">
                <a16:creationId xmlns:a16="http://schemas.microsoft.com/office/drawing/2014/main" id="{AB1DE250-278E-6763-5780-927538F63EAC}"/>
              </a:ext>
            </a:extLst>
          </p:cNvPr>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8" name="Google Shape;128;p17">
            <a:extLst>
              <a:ext uri="{FF2B5EF4-FFF2-40B4-BE49-F238E27FC236}">
                <a16:creationId xmlns:a16="http://schemas.microsoft.com/office/drawing/2014/main" id="{06AB28D2-5F33-BF0C-E941-F9BB421A8C0C}"/>
              </a:ext>
            </a:extLst>
          </p:cNvPr>
          <p:cNvPicPr preferRelativeResize="0"/>
          <p:nvPr/>
        </p:nvPicPr>
        <p:blipFill rotWithShape="1">
          <a:blip r:embed="rId3">
            <a:alphaModFix/>
          </a:blip>
          <a:srcRect/>
          <a:stretch/>
        </p:blipFill>
        <p:spPr>
          <a:xfrm>
            <a:off x="0" y="-16450"/>
            <a:ext cx="20104100" cy="11309350"/>
          </a:xfrm>
          <a:prstGeom prst="rect">
            <a:avLst/>
          </a:prstGeom>
          <a:noFill/>
          <a:ln>
            <a:noFill/>
          </a:ln>
        </p:spPr>
      </p:pic>
      <p:sp>
        <p:nvSpPr>
          <p:cNvPr id="129" name="Google Shape;129;p17">
            <a:extLst>
              <a:ext uri="{FF2B5EF4-FFF2-40B4-BE49-F238E27FC236}">
                <a16:creationId xmlns:a16="http://schemas.microsoft.com/office/drawing/2014/main" id="{03BCA014-01F1-7ECE-75C9-CBCA1BB8B4A2}"/>
              </a:ext>
            </a:extLst>
          </p:cNvPr>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17">
            <a:extLst>
              <a:ext uri="{FF2B5EF4-FFF2-40B4-BE49-F238E27FC236}">
                <a16:creationId xmlns:a16="http://schemas.microsoft.com/office/drawing/2014/main" id="{0069407B-A5A8-6D35-CBB5-6EBB92957497}"/>
              </a:ext>
            </a:extLst>
          </p:cNvPr>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17">
            <a:extLst>
              <a:ext uri="{FF2B5EF4-FFF2-40B4-BE49-F238E27FC236}">
                <a16:creationId xmlns:a16="http://schemas.microsoft.com/office/drawing/2014/main" id="{0AB667BC-8410-CCB1-1BB1-BD7329980025}"/>
              </a:ext>
            </a:extLst>
          </p:cNvPr>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32" name="Google Shape;132;p17">
            <a:extLst>
              <a:ext uri="{FF2B5EF4-FFF2-40B4-BE49-F238E27FC236}">
                <a16:creationId xmlns:a16="http://schemas.microsoft.com/office/drawing/2014/main" id="{304E073D-BB6E-867A-2789-E77597F2A60E}"/>
              </a:ext>
            </a:extLst>
          </p:cNvPr>
          <p:cNvSpPr txBox="1"/>
          <p:nvPr/>
        </p:nvSpPr>
        <p:spPr>
          <a:xfrm>
            <a:off x="6835775" y="10517187"/>
            <a:ext cx="64326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Department of ECE</a:t>
            </a:r>
            <a:endParaRPr sz="1400" b="0" i="0" u="none" strike="noStrike" cap="none">
              <a:solidFill>
                <a:srgbClr val="000000"/>
              </a:solidFill>
              <a:latin typeface="Arial"/>
              <a:ea typeface="Arial"/>
              <a:cs typeface="Arial"/>
              <a:sym typeface="Arial"/>
            </a:endParaRPr>
          </a:p>
        </p:txBody>
      </p:sp>
      <p:sp>
        <p:nvSpPr>
          <p:cNvPr id="133" name="Google Shape;133;p17">
            <a:extLst>
              <a:ext uri="{FF2B5EF4-FFF2-40B4-BE49-F238E27FC236}">
                <a16:creationId xmlns:a16="http://schemas.microsoft.com/office/drawing/2014/main" id="{BACF01BF-45A7-347C-8F24-B17719BCCC95}"/>
              </a:ext>
            </a:extLst>
          </p:cNvPr>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3</a:t>
            </a:fld>
            <a:endParaRPr sz="1400" b="0" i="0" u="none" strike="noStrike" cap="none">
              <a:solidFill>
                <a:srgbClr val="000000"/>
              </a:solidFill>
              <a:latin typeface="Arial"/>
              <a:ea typeface="Arial"/>
              <a:cs typeface="Arial"/>
              <a:sym typeface="Arial"/>
            </a:endParaRPr>
          </a:p>
        </p:txBody>
      </p:sp>
      <p:sp>
        <p:nvSpPr>
          <p:cNvPr id="134" name="Google Shape;134;p17">
            <a:extLst>
              <a:ext uri="{FF2B5EF4-FFF2-40B4-BE49-F238E27FC236}">
                <a16:creationId xmlns:a16="http://schemas.microsoft.com/office/drawing/2014/main" id="{547B48CF-604C-A38D-B60D-FD55217008E9}"/>
              </a:ext>
            </a:extLst>
          </p:cNvPr>
          <p:cNvSpPr txBox="1"/>
          <p:nvPr/>
        </p:nvSpPr>
        <p:spPr>
          <a:xfrm>
            <a:off x="2762250" y="1777125"/>
            <a:ext cx="15733568" cy="843164"/>
          </a:xfrm>
          <a:prstGeom prst="rect">
            <a:avLst/>
          </a:prstGeom>
          <a:noFill/>
          <a:ln>
            <a:noFill/>
          </a:ln>
        </p:spPr>
        <p:txBody>
          <a:bodyPr spcFirstLastPara="1" wrap="square" lIns="0" tIns="12050" rIns="0" bIns="0" anchor="t" anchorCtr="0">
            <a:spAutoFit/>
          </a:bodyPr>
          <a:lstStyle/>
          <a:p>
            <a:pPr marL="12700" lvl="0">
              <a:buClr>
                <a:schemeClr val="dk1"/>
              </a:buClr>
              <a:buSzPts val="5400"/>
            </a:pPr>
            <a:r>
              <a:rPr lang="en-US" sz="5400" b="1" i="0" u="none" strike="noStrike" cap="none" dirty="0">
                <a:solidFill>
                  <a:schemeClr val="dk1"/>
                </a:solidFill>
                <a:latin typeface="Calibri"/>
                <a:ea typeface="Calibri"/>
                <a:cs typeface="Calibri"/>
                <a:sym typeface="Calibri"/>
              </a:rPr>
              <a:t>Introduction</a:t>
            </a:r>
            <a:r>
              <a:rPr lang="en-US" sz="5400" b="1" dirty="0">
                <a:solidFill>
                  <a:schemeClr val="dk1"/>
                </a:solidFill>
                <a:latin typeface="Calibri"/>
                <a:ea typeface="Calibri"/>
                <a:cs typeface="Calibri"/>
                <a:sym typeface="Calibri"/>
              </a:rPr>
              <a:t>: MIPI Display Serial Interface (DSI)</a:t>
            </a:r>
            <a:endParaRPr sz="5400" b="1" dirty="0">
              <a:solidFill>
                <a:schemeClr val="dk1"/>
              </a:solidFill>
              <a:latin typeface="Calibri"/>
              <a:ea typeface="Calibri"/>
              <a:cs typeface="Calibri"/>
            </a:endParaRPr>
          </a:p>
        </p:txBody>
      </p:sp>
      <p:sp>
        <p:nvSpPr>
          <p:cNvPr id="3" name="TextBox 2">
            <a:extLst>
              <a:ext uri="{FF2B5EF4-FFF2-40B4-BE49-F238E27FC236}">
                <a16:creationId xmlns:a16="http://schemas.microsoft.com/office/drawing/2014/main" id="{A5237A64-19A0-035F-6B97-9B11B93D38DA}"/>
              </a:ext>
            </a:extLst>
          </p:cNvPr>
          <p:cNvSpPr txBox="1"/>
          <p:nvPr/>
        </p:nvSpPr>
        <p:spPr>
          <a:xfrm>
            <a:off x="1231884" y="2636714"/>
            <a:ext cx="11207781" cy="7971413"/>
          </a:xfrm>
          <a:prstGeom prst="rect">
            <a:avLst/>
          </a:prstGeom>
          <a:noFill/>
        </p:spPr>
        <p:txBody>
          <a:bodyPr wrap="square" rtlCol="0">
            <a:spAutoFit/>
          </a:bodyPr>
          <a:lstStyle/>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MIPI DSI is the dominant high-speed serial interface as 80% of new mobile SoCs integrate DSI as their primary display interface for connecting application processors to display panels in mobile, automotive, and extended-reality (XR) devices</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Defined by the MIPI Alliance, DSI operates over a D-PHY physical layer using differential signaling with High-Speed mode and Low-Power mode</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DSI defines a three-layer protocol stack: Application Layer, Low-Level Protocol Layer and Lane Management Layer </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Two operating modes exist: Video Mode for real-time pixel streaming to panels without frame buffers, and Command Mode for register-based access to panels with internal frame buffers</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Packets are protected by Hamming (8,6), ECC for headers and CRC-16 for payloads, providing single-bit error correction and double-bit error detection</a:t>
            </a:r>
          </a:p>
        </p:txBody>
      </p:sp>
      <p:pic>
        <p:nvPicPr>
          <p:cNvPr id="4" name="Picture 3">
            <a:extLst>
              <a:ext uri="{FF2B5EF4-FFF2-40B4-BE49-F238E27FC236}">
                <a16:creationId xmlns:a16="http://schemas.microsoft.com/office/drawing/2014/main" id="{79A36AF5-4124-BECB-6F9F-DCE86E4A8000}"/>
              </a:ext>
            </a:extLst>
          </p:cNvPr>
          <p:cNvPicPr>
            <a:picLocks noChangeAspect="1"/>
          </p:cNvPicPr>
          <p:nvPr/>
        </p:nvPicPr>
        <p:blipFill>
          <a:blip r:embed="rId4"/>
          <a:stretch>
            <a:fillRect/>
          </a:stretch>
        </p:blipFill>
        <p:spPr>
          <a:xfrm>
            <a:off x="12635345" y="3438832"/>
            <a:ext cx="6717534" cy="5241537"/>
          </a:xfrm>
          <a:prstGeom prst="rect">
            <a:avLst/>
          </a:prstGeom>
        </p:spPr>
      </p:pic>
      <p:sp>
        <p:nvSpPr>
          <p:cNvPr id="5" name="TextBox 4">
            <a:extLst>
              <a:ext uri="{FF2B5EF4-FFF2-40B4-BE49-F238E27FC236}">
                <a16:creationId xmlns:a16="http://schemas.microsoft.com/office/drawing/2014/main" id="{1ED19B68-4B30-9DBD-6699-668C9DA95CD1}"/>
              </a:ext>
            </a:extLst>
          </p:cNvPr>
          <p:cNvSpPr txBox="1"/>
          <p:nvPr/>
        </p:nvSpPr>
        <p:spPr>
          <a:xfrm>
            <a:off x="15586094" y="8911229"/>
            <a:ext cx="1276311" cy="400110"/>
          </a:xfrm>
          <a:prstGeom prst="rect">
            <a:avLst/>
          </a:prstGeom>
          <a:noFill/>
        </p:spPr>
        <p:txBody>
          <a:bodyPr wrap="non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DSI Layers</a:t>
            </a:r>
          </a:p>
        </p:txBody>
      </p:sp>
    </p:spTree>
    <p:extLst>
      <p:ext uri="{BB962C8B-B14F-4D97-AF65-F5344CB8AC3E}">
        <p14:creationId xmlns:p14="http://schemas.microsoft.com/office/powerpoint/2010/main" val="2940495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17"/>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8" name="Google Shape;128;p17"/>
          <p:cNvPicPr preferRelativeResize="0"/>
          <p:nvPr/>
        </p:nvPicPr>
        <p:blipFill rotWithShape="1">
          <a:blip r:embed="rId3">
            <a:alphaModFix/>
          </a:blip>
          <a:srcRect/>
          <a:stretch/>
        </p:blipFill>
        <p:spPr>
          <a:xfrm>
            <a:off x="0" y="-16450"/>
            <a:ext cx="20104100" cy="11309350"/>
          </a:xfrm>
          <a:prstGeom prst="rect">
            <a:avLst/>
          </a:prstGeom>
          <a:noFill/>
          <a:ln>
            <a:noFill/>
          </a:ln>
        </p:spPr>
      </p:pic>
      <p:sp>
        <p:nvSpPr>
          <p:cNvPr id="129" name="Google Shape;129;p17"/>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17"/>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17"/>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32" name="Google Shape;132;p17"/>
          <p:cNvSpPr txBox="1"/>
          <p:nvPr/>
        </p:nvSpPr>
        <p:spPr>
          <a:xfrm>
            <a:off x="6835775" y="10517187"/>
            <a:ext cx="64326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Department of ECE</a:t>
            </a:r>
            <a:endParaRPr sz="1400" b="0" i="0" u="none" strike="noStrike" cap="none">
              <a:solidFill>
                <a:srgbClr val="000000"/>
              </a:solidFill>
              <a:latin typeface="Arial"/>
              <a:ea typeface="Arial"/>
              <a:cs typeface="Arial"/>
              <a:sym typeface="Arial"/>
            </a:endParaRPr>
          </a:p>
        </p:txBody>
      </p:sp>
      <p:sp>
        <p:nvSpPr>
          <p:cNvPr id="133" name="Google Shape;133;p17"/>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4</a:t>
            </a:fld>
            <a:endParaRPr sz="1400" b="0" i="0" u="none" strike="noStrike" cap="none">
              <a:solidFill>
                <a:srgbClr val="000000"/>
              </a:solidFill>
              <a:latin typeface="Arial"/>
              <a:ea typeface="Arial"/>
              <a:cs typeface="Arial"/>
              <a:sym typeface="Arial"/>
            </a:endParaRPr>
          </a:p>
        </p:txBody>
      </p:sp>
      <p:sp>
        <p:nvSpPr>
          <p:cNvPr id="134" name="Google Shape;134;p17"/>
          <p:cNvSpPr txBox="1"/>
          <p:nvPr/>
        </p:nvSpPr>
        <p:spPr>
          <a:xfrm>
            <a:off x="2762250" y="1777125"/>
            <a:ext cx="15885968" cy="843164"/>
          </a:xfrm>
          <a:prstGeom prst="rect">
            <a:avLst/>
          </a:prstGeom>
          <a:noFill/>
          <a:ln>
            <a:noFill/>
          </a:ln>
        </p:spPr>
        <p:txBody>
          <a:bodyPr spcFirstLastPara="1" wrap="square" lIns="0" tIns="12050" rIns="0" bIns="0" anchor="t" anchorCtr="0">
            <a:spAutoFit/>
          </a:bodyPr>
          <a:lstStyle/>
          <a:p>
            <a:pPr marL="12700" lvl="0">
              <a:buClr>
                <a:schemeClr val="dk1"/>
              </a:buClr>
              <a:buSzPts val="5400"/>
            </a:pPr>
            <a:r>
              <a:rPr lang="en-US" sz="5400" b="1" dirty="0">
                <a:solidFill>
                  <a:schemeClr val="dk1"/>
                </a:solidFill>
                <a:latin typeface="Calibri"/>
                <a:ea typeface="Calibri"/>
                <a:cs typeface="Calibri"/>
                <a:sym typeface="Calibri"/>
              </a:rPr>
              <a:t>Introduction: MIPI DSI Host Controller</a:t>
            </a:r>
            <a:endParaRPr lang="en-US" sz="5400" b="1" dirty="0">
              <a:solidFill>
                <a:schemeClr val="dk1"/>
              </a:solidFill>
              <a:latin typeface="Calibri"/>
              <a:ea typeface="Calibri"/>
              <a:cs typeface="Calibri"/>
            </a:endParaRPr>
          </a:p>
        </p:txBody>
      </p:sp>
      <p:sp>
        <p:nvSpPr>
          <p:cNvPr id="2" name="TextBox 1">
            <a:extLst>
              <a:ext uri="{FF2B5EF4-FFF2-40B4-BE49-F238E27FC236}">
                <a16:creationId xmlns:a16="http://schemas.microsoft.com/office/drawing/2014/main" id="{DE6D5E39-B5F3-A52A-476B-ADDC023600A1}"/>
              </a:ext>
            </a:extLst>
          </p:cNvPr>
          <p:cNvSpPr txBox="1"/>
          <p:nvPr/>
        </p:nvSpPr>
        <p:spPr>
          <a:xfrm>
            <a:off x="1241319" y="2636714"/>
            <a:ext cx="8810732" cy="5509200"/>
          </a:xfrm>
          <a:prstGeom prst="rect">
            <a:avLst/>
          </a:prstGeom>
          <a:noFill/>
        </p:spPr>
        <p:txBody>
          <a:bodyPr wrap="square" rtlCol="0">
            <a:spAutoFit/>
          </a:bodyPr>
          <a:lstStyle/>
          <a:p>
            <a:pPr marL="45720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A MIPI DSI Host Controller is a digital core, that manages communication between an application processor and a display panel</a:t>
            </a:r>
          </a:p>
          <a:p>
            <a:pPr marL="457200" lvl="0" indent="-457200" eaLnBrk="0" fontAlgn="base" hangingPunct="0">
              <a:spcBef>
                <a:spcPct val="0"/>
              </a:spcBef>
              <a:spcAft>
                <a:spcPct val="0"/>
              </a:spcAft>
              <a:buClrTx/>
              <a:buFont typeface="Arial" panose="020B0604020202020204" pitchFamily="34" charset="0"/>
              <a:buChar char="•"/>
            </a:pPr>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Host Controller receives continuous, uncompressed raw RGB pixels and standard timing signals directly from the SoC Display Engine via the DPI</a:t>
            </a:r>
          </a:p>
          <a:p>
            <a:pPr marL="457200" lvl="0" indent="-457200" eaLnBrk="0" fontAlgn="base" hangingPunct="0">
              <a:spcBef>
                <a:spcPct val="0"/>
              </a:spcBef>
              <a:spcAft>
                <a:spcPct val="0"/>
              </a:spcAft>
              <a:buClrTx/>
              <a:buFont typeface="Arial" panose="020B0604020202020204" pitchFamily="34" charset="0"/>
              <a:buChar char="•"/>
            </a:pPr>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Inside the Host Controller, the Packet Builder converts the raw video stream into standard MIPI protocol packets by appending necessary Headers, ECC, and CRC footers.</a:t>
            </a:r>
          </a:p>
        </p:txBody>
      </p:sp>
      <p:grpSp>
        <p:nvGrpSpPr>
          <p:cNvPr id="8" name="Group 7">
            <a:extLst>
              <a:ext uri="{FF2B5EF4-FFF2-40B4-BE49-F238E27FC236}">
                <a16:creationId xmlns:a16="http://schemas.microsoft.com/office/drawing/2014/main" id="{F0D1E900-429C-5B58-BC07-6CD23F85FBD2}"/>
              </a:ext>
            </a:extLst>
          </p:cNvPr>
          <p:cNvGrpSpPr/>
          <p:nvPr/>
        </p:nvGrpSpPr>
        <p:grpSpPr>
          <a:xfrm>
            <a:off x="10052051" y="2636714"/>
            <a:ext cx="9537482" cy="5597424"/>
            <a:chOff x="10052051" y="2636714"/>
            <a:chExt cx="9537482" cy="5597424"/>
          </a:xfrm>
        </p:grpSpPr>
        <p:pic>
          <p:nvPicPr>
            <p:cNvPr id="4" name="Picture 3">
              <a:extLst>
                <a:ext uri="{FF2B5EF4-FFF2-40B4-BE49-F238E27FC236}">
                  <a16:creationId xmlns:a16="http://schemas.microsoft.com/office/drawing/2014/main" id="{4717C910-B192-765A-D733-C384A06F1C12}"/>
                </a:ext>
              </a:extLst>
            </p:cNvPr>
            <p:cNvPicPr>
              <a:picLocks noChangeAspect="1"/>
            </p:cNvPicPr>
            <p:nvPr/>
          </p:nvPicPr>
          <p:blipFill>
            <a:blip r:embed="rId4"/>
            <a:stretch>
              <a:fillRect/>
            </a:stretch>
          </p:blipFill>
          <p:spPr>
            <a:xfrm>
              <a:off x="10052051" y="2636714"/>
              <a:ext cx="9537482" cy="5206498"/>
            </a:xfrm>
            <a:prstGeom prst="rect">
              <a:avLst/>
            </a:prstGeom>
          </p:spPr>
        </p:pic>
        <p:sp>
          <p:nvSpPr>
            <p:cNvPr id="6" name="TextBox 5">
              <a:extLst>
                <a:ext uri="{FF2B5EF4-FFF2-40B4-BE49-F238E27FC236}">
                  <a16:creationId xmlns:a16="http://schemas.microsoft.com/office/drawing/2014/main" id="{964E6A28-6A5C-7D2A-8A8F-1310009D6AC2}"/>
                </a:ext>
              </a:extLst>
            </p:cNvPr>
            <p:cNvSpPr txBox="1"/>
            <p:nvPr/>
          </p:nvSpPr>
          <p:spPr>
            <a:xfrm>
              <a:off x="12757079" y="7834028"/>
              <a:ext cx="4980851" cy="400110"/>
            </a:xfrm>
            <a:prstGeom prst="rect">
              <a:avLst/>
            </a:prstGeom>
            <a:noFill/>
          </p:spPr>
          <p:txBody>
            <a:bodyPr wrap="non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SoC – MIPI DSI Subsystem – Display Interface</a:t>
              </a:r>
            </a:p>
          </p:txBody>
        </p:sp>
      </p:grpSp>
      <p:sp>
        <p:nvSpPr>
          <p:cNvPr id="7" name="TextBox 6">
            <a:extLst>
              <a:ext uri="{FF2B5EF4-FFF2-40B4-BE49-F238E27FC236}">
                <a16:creationId xmlns:a16="http://schemas.microsoft.com/office/drawing/2014/main" id="{A892C5B2-B42B-4C8B-E494-B15C7AD1CF89}"/>
              </a:ext>
            </a:extLst>
          </p:cNvPr>
          <p:cNvSpPr txBox="1"/>
          <p:nvPr/>
        </p:nvSpPr>
        <p:spPr>
          <a:xfrm>
            <a:off x="1241318" y="8206061"/>
            <a:ext cx="18170957" cy="2062103"/>
          </a:xfrm>
          <a:prstGeom prst="rect">
            <a:avLst/>
          </a:prstGeom>
          <a:noFill/>
        </p:spPr>
        <p:txBody>
          <a:bodyPr wrap="square" rtlCol="0">
            <a:spAutoFit/>
          </a:bodyPr>
          <a:lstStyle/>
          <a:p>
            <a:pPr marL="457200" lvl="0" indent="-457200" eaLnBrk="0" fontAlgn="base" hangingPunct="0">
              <a:spcBef>
                <a:spcPct val="0"/>
              </a:spcBef>
              <a:spcAft>
                <a:spcPct val="0"/>
              </a:spcAft>
              <a:buClrTx/>
              <a:buFont typeface="Arial" panose="020B0604020202020204" pitchFamily="34" charset="0"/>
              <a:buChar char="•"/>
            </a:pPr>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The packetized data is distributed in a round-robin fashion across 1 to 4 logical data lanes and handed off to the physical layer as parallel bytes through the PHY-Protocol Interface (PPI).</a:t>
            </a:r>
          </a:p>
          <a:p>
            <a:pPr marL="457200" lvl="0" indent="-457200" eaLnBrk="0" fontAlgn="base" hangingPunct="0">
              <a:spcBef>
                <a:spcPct val="0"/>
              </a:spcBef>
              <a:spcAft>
                <a:spcPct val="0"/>
              </a:spcAft>
              <a:buClrTx/>
              <a:buFont typeface="Arial" panose="020B0604020202020204" pitchFamily="34" charset="0"/>
              <a:buChar char="•"/>
            </a:pPr>
            <a:r>
              <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The D-PHY acts as the system's SERDES, serializing the parallel bytes and driving them off-chip as high-speed differential signals (HS mode) or low-power CMOS signals (LP mode).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26">
          <a:extLst>
            <a:ext uri="{FF2B5EF4-FFF2-40B4-BE49-F238E27FC236}">
              <a16:creationId xmlns:a16="http://schemas.microsoft.com/office/drawing/2014/main" id="{AAE8AAD0-86F5-BB1B-B87C-493BE290655A}"/>
            </a:ext>
          </a:extLst>
        </p:cNvPr>
        <p:cNvGrpSpPr/>
        <p:nvPr/>
      </p:nvGrpSpPr>
      <p:grpSpPr>
        <a:xfrm>
          <a:off x="0" y="0"/>
          <a:ext cx="0" cy="0"/>
          <a:chOff x="0" y="0"/>
          <a:chExt cx="0" cy="0"/>
        </a:xfrm>
      </p:grpSpPr>
      <p:sp>
        <p:nvSpPr>
          <p:cNvPr id="127" name="Google Shape;127;p17">
            <a:extLst>
              <a:ext uri="{FF2B5EF4-FFF2-40B4-BE49-F238E27FC236}">
                <a16:creationId xmlns:a16="http://schemas.microsoft.com/office/drawing/2014/main" id="{ECF06769-8589-D68E-A435-5C5A506E6E0A}"/>
              </a:ext>
            </a:extLst>
          </p:cNvPr>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8" name="Google Shape;128;p17">
            <a:extLst>
              <a:ext uri="{FF2B5EF4-FFF2-40B4-BE49-F238E27FC236}">
                <a16:creationId xmlns:a16="http://schemas.microsoft.com/office/drawing/2014/main" id="{B3FDAFDB-30D7-745F-F294-1A136A63C8A8}"/>
              </a:ext>
            </a:extLst>
          </p:cNvPr>
          <p:cNvPicPr preferRelativeResize="0"/>
          <p:nvPr/>
        </p:nvPicPr>
        <p:blipFill rotWithShape="1">
          <a:blip r:embed="rId3">
            <a:alphaModFix/>
          </a:blip>
          <a:srcRect/>
          <a:stretch/>
        </p:blipFill>
        <p:spPr>
          <a:xfrm>
            <a:off x="0" y="-16450"/>
            <a:ext cx="20104100" cy="11309350"/>
          </a:xfrm>
          <a:prstGeom prst="rect">
            <a:avLst/>
          </a:prstGeom>
          <a:noFill/>
          <a:ln>
            <a:noFill/>
          </a:ln>
        </p:spPr>
      </p:pic>
      <p:sp>
        <p:nvSpPr>
          <p:cNvPr id="129" name="Google Shape;129;p17">
            <a:extLst>
              <a:ext uri="{FF2B5EF4-FFF2-40B4-BE49-F238E27FC236}">
                <a16:creationId xmlns:a16="http://schemas.microsoft.com/office/drawing/2014/main" id="{000508F7-F146-31F8-0458-9E3DEBBD7E7D}"/>
              </a:ext>
            </a:extLst>
          </p:cNvPr>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0" name="Google Shape;130;p17">
            <a:extLst>
              <a:ext uri="{FF2B5EF4-FFF2-40B4-BE49-F238E27FC236}">
                <a16:creationId xmlns:a16="http://schemas.microsoft.com/office/drawing/2014/main" id="{89930FED-8748-EADF-D625-9A9B518176A8}"/>
              </a:ext>
            </a:extLst>
          </p:cNvPr>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1" name="Google Shape;131;p17">
            <a:extLst>
              <a:ext uri="{FF2B5EF4-FFF2-40B4-BE49-F238E27FC236}">
                <a16:creationId xmlns:a16="http://schemas.microsoft.com/office/drawing/2014/main" id="{96F6727E-D201-9AA0-ABF6-C3B0A5ED4D88}"/>
              </a:ext>
            </a:extLst>
          </p:cNvPr>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132" name="Google Shape;132;p17">
            <a:extLst>
              <a:ext uri="{FF2B5EF4-FFF2-40B4-BE49-F238E27FC236}">
                <a16:creationId xmlns:a16="http://schemas.microsoft.com/office/drawing/2014/main" id="{45D60FB5-E07D-4928-7F24-0B99FE7BC4D9}"/>
              </a:ext>
            </a:extLst>
          </p:cNvPr>
          <p:cNvSpPr txBox="1"/>
          <p:nvPr/>
        </p:nvSpPr>
        <p:spPr>
          <a:xfrm>
            <a:off x="6835775" y="10517187"/>
            <a:ext cx="64326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Department of ECE</a:t>
            </a:r>
            <a:endParaRPr sz="1400" b="0" i="0" u="none" strike="noStrike" cap="none">
              <a:solidFill>
                <a:srgbClr val="000000"/>
              </a:solidFill>
              <a:latin typeface="Arial"/>
              <a:ea typeface="Arial"/>
              <a:cs typeface="Arial"/>
              <a:sym typeface="Arial"/>
            </a:endParaRPr>
          </a:p>
        </p:txBody>
      </p:sp>
      <p:sp>
        <p:nvSpPr>
          <p:cNvPr id="133" name="Google Shape;133;p17">
            <a:extLst>
              <a:ext uri="{FF2B5EF4-FFF2-40B4-BE49-F238E27FC236}">
                <a16:creationId xmlns:a16="http://schemas.microsoft.com/office/drawing/2014/main" id="{C03D12B6-F32A-22B6-2FE8-134E285BE1C8}"/>
              </a:ext>
            </a:extLst>
          </p:cNvPr>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5</a:t>
            </a:fld>
            <a:endParaRPr sz="1400" b="0" i="0" u="none" strike="noStrike" cap="none">
              <a:solidFill>
                <a:srgbClr val="000000"/>
              </a:solidFill>
              <a:latin typeface="Arial"/>
              <a:ea typeface="Arial"/>
              <a:cs typeface="Arial"/>
              <a:sym typeface="Arial"/>
            </a:endParaRPr>
          </a:p>
        </p:txBody>
      </p:sp>
      <p:sp>
        <p:nvSpPr>
          <p:cNvPr id="134" name="Google Shape;134;p17">
            <a:extLst>
              <a:ext uri="{FF2B5EF4-FFF2-40B4-BE49-F238E27FC236}">
                <a16:creationId xmlns:a16="http://schemas.microsoft.com/office/drawing/2014/main" id="{404B5F77-54D6-0386-1823-4BD4E8CC3378}"/>
              </a:ext>
            </a:extLst>
          </p:cNvPr>
          <p:cNvSpPr txBox="1"/>
          <p:nvPr/>
        </p:nvSpPr>
        <p:spPr>
          <a:xfrm>
            <a:off x="2762250" y="1777125"/>
            <a:ext cx="15179386" cy="843164"/>
          </a:xfrm>
          <a:prstGeom prst="rect">
            <a:avLst/>
          </a:prstGeom>
          <a:noFill/>
          <a:ln>
            <a:noFill/>
          </a:ln>
        </p:spPr>
        <p:txBody>
          <a:bodyPr spcFirstLastPara="1" wrap="square" lIns="0" tIns="12050" rIns="0" bIns="0" anchor="t" anchorCtr="0">
            <a:spAutoFit/>
          </a:bodyPr>
          <a:lstStyle/>
          <a:p>
            <a:pPr marL="12700" lvl="0">
              <a:buClr>
                <a:schemeClr val="dk1"/>
              </a:buClr>
              <a:buSzPts val="5400"/>
            </a:pPr>
            <a:r>
              <a:rPr lang="en-US" sz="5400" b="1" dirty="0">
                <a:solidFill>
                  <a:schemeClr val="dk1"/>
                </a:solidFill>
                <a:latin typeface="Calibri"/>
                <a:ea typeface="Calibri"/>
                <a:cs typeface="Calibri"/>
                <a:sym typeface="Calibri"/>
              </a:rPr>
              <a:t>Introduction: Foveated Rendering for XR Displays</a:t>
            </a:r>
            <a:endParaRPr lang="en-US" sz="5400" b="1" dirty="0">
              <a:solidFill>
                <a:schemeClr val="dk1"/>
              </a:solidFill>
              <a:latin typeface="Calibri"/>
              <a:ea typeface="Calibri"/>
              <a:cs typeface="Calibri"/>
            </a:endParaRPr>
          </a:p>
        </p:txBody>
      </p:sp>
      <p:sp>
        <p:nvSpPr>
          <p:cNvPr id="2" name="TextBox 1">
            <a:extLst>
              <a:ext uri="{FF2B5EF4-FFF2-40B4-BE49-F238E27FC236}">
                <a16:creationId xmlns:a16="http://schemas.microsoft.com/office/drawing/2014/main" id="{6A1C986F-7ADA-8ABC-C809-B4D06C1E2901}"/>
              </a:ext>
            </a:extLst>
          </p:cNvPr>
          <p:cNvSpPr txBox="1"/>
          <p:nvPr/>
        </p:nvSpPr>
        <p:spPr>
          <a:xfrm>
            <a:off x="1233059" y="2620289"/>
            <a:ext cx="11512420" cy="7971413"/>
          </a:xfrm>
          <a:prstGeom prst="rect">
            <a:avLst/>
          </a:prstGeom>
          <a:noFill/>
        </p:spPr>
        <p:txBody>
          <a:bodyPr wrap="square" rtlCol="0">
            <a:spAutoFit/>
          </a:bodyPr>
          <a:lstStyle/>
          <a:p>
            <a:pPr marL="457200" lvl="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Foveated rendering is a performance-optimizing graphics technique that uses eye-tracking to render high-resolution detail only where the user is looking (the fovea) while reducing quality in peripheral areas</a:t>
            </a:r>
          </a:p>
          <a:p>
            <a:pPr marL="457200" lvl="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Foveated rendering exploits the human visual system's non-uniform acuity, the fovea covers only ~2° of visual angle, at 20°, visual acuity drops to ~1/3 of foveal; at 60° it falls below 1/10, meaning peripheral detail is largely imperceptible to the viewer</a:t>
            </a:r>
          </a:p>
          <a:p>
            <a:pPr marL="457200" lvl="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Modern VR headsets require 4K+ per eye at 90-120 Hz, generating around 80 Gbps of raw pixel data per eye far exceeding D-PHY bandwidth, by rendering the foveal region at full quality and reducing peripheral quality, foveated rendering achieves bandwidth reduction without perceptible quality loss</a:t>
            </a:r>
          </a:p>
          <a:p>
            <a:pPr marL="457200" lvl="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Foveated rendering directly impacts the display interface: variable pixel quality across the frame creates opportunities for bandwidth-adaptive DSI packet scheduling</a:t>
            </a:r>
            <a:endParaRPr lang="en-US" altLang="en-US"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50046E8-2CCD-8A84-E3E3-B61105036347}"/>
              </a:ext>
            </a:extLst>
          </p:cNvPr>
          <p:cNvPicPr>
            <a:picLocks noChangeAspect="1"/>
          </p:cNvPicPr>
          <p:nvPr/>
        </p:nvPicPr>
        <p:blipFill>
          <a:blip r:embed="rId4"/>
          <a:stretch>
            <a:fillRect/>
          </a:stretch>
        </p:blipFill>
        <p:spPr>
          <a:xfrm>
            <a:off x="12662349" y="3767799"/>
            <a:ext cx="7100933" cy="3994275"/>
          </a:xfrm>
          <a:prstGeom prst="rect">
            <a:avLst/>
          </a:prstGeom>
        </p:spPr>
      </p:pic>
      <p:sp>
        <p:nvSpPr>
          <p:cNvPr id="5" name="TextBox 4">
            <a:extLst>
              <a:ext uri="{FF2B5EF4-FFF2-40B4-BE49-F238E27FC236}">
                <a16:creationId xmlns:a16="http://schemas.microsoft.com/office/drawing/2014/main" id="{2516D1FC-420C-E7DC-D3B2-99B459B54B5A}"/>
              </a:ext>
            </a:extLst>
          </p:cNvPr>
          <p:cNvSpPr txBox="1"/>
          <p:nvPr/>
        </p:nvSpPr>
        <p:spPr>
          <a:xfrm>
            <a:off x="14233437" y="8129489"/>
            <a:ext cx="4299575" cy="400110"/>
          </a:xfrm>
          <a:prstGeom prst="rect">
            <a:avLst/>
          </a:prstGeom>
          <a:noFill/>
        </p:spPr>
        <p:txBody>
          <a:bodyPr wrap="non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Example of Foveated Rendering Frame</a:t>
            </a:r>
          </a:p>
        </p:txBody>
      </p:sp>
    </p:spTree>
    <p:extLst>
      <p:ext uri="{BB962C8B-B14F-4D97-AF65-F5344CB8AC3E}">
        <p14:creationId xmlns:p14="http://schemas.microsoft.com/office/powerpoint/2010/main" val="4079452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9"/>
          <p:cNvSpPr txBox="1"/>
          <p:nvPr/>
        </p:nvSpPr>
        <p:spPr>
          <a:xfrm>
            <a:off x="605" y="-25"/>
            <a:ext cx="20102700" cy="11309400"/>
          </a:xfrm>
          <a:prstGeom prst="rect">
            <a:avLst/>
          </a:prstGeom>
          <a:solidFill>
            <a:schemeClr val="lt1">
              <a:alpha val="97650"/>
            </a:schemeClr>
          </a:solidFill>
          <a:ln w="76200" cap="flat" cmpd="sng">
            <a:solidFill>
              <a:schemeClr val="dk1"/>
            </a:solidFill>
            <a:prstDash val="solid"/>
            <a:miter lim="800000"/>
            <a:headEnd type="none" w="sm" len="sm"/>
            <a:tailEnd type="none" w="sm" len="sm"/>
          </a:ln>
        </p:spPr>
        <p:txBody>
          <a:bodyPr spcFirstLastPara="1" wrap="square" lIns="91400" tIns="45675" rIns="91400" bIns="4567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57" name="Google Shape;157;p19"/>
          <p:cNvPicPr preferRelativeResize="0"/>
          <p:nvPr/>
        </p:nvPicPr>
        <p:blipFill rotWithShape="1">
          <a:blip r:embed="rId3">
            <a:alphaModFix/>
          </a:blip>
          <a:srcRect/>
          <a:stretch/>
        </p:blipFill>
        <p:spPr>
          <a:xfrm>
            <a:off x="706" y="-16450"/>
            <a:ext cx="20102688" cy="11308556"/>
          </a:xfrm>
          <a:prstGeom prst="rect">
            <a:avLst/>
          </a:prstGeom>
          <a:noFill/>
          <a:ln>
            <a:noFill/>
          </a:ln>
        </p:spPr>
      </p:pic>
      <p:sp>
        <p:nvSpPr>
          <p:cNvPr id="158" name="Google Shape;158;p19"/>
          <p:cNvSpPr/>
          <p:nvPr/>
        </p:nvSpPr>
        <p:spPr>
          <a:xfrm>
            <a:off x="2983408" y="712788"/>
            <a:ext cx="57362"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19"/>
          <p:cNvSpPr/>
          <p:nvPr/>
        </p:nvSpPr>
        <p:spPr>
          <a:xfrm>
            <a:off x="2999282" y="725487"/>
            <a:ext cx="25463" cy="31829"/>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9"/>
          <p:cNvSpPr txBox="1"/>
          <p:nvPr/>
        </p:nvSpPr>
        <p:spPr>
          <a:xfrm>
            <a:off x="1005522" y="10517188"/>
            <a:ext cx="4624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898989"/>
                </a:solidFill>
                <a:latin typeface="Calibri"/>
                <a:ea typeface="Calibri"/>
                <a:cs typeface="Calibri"/>
                <a:sym typeface="Calibri"/>
              </a:rPr>
              <a:t>*</a:t>
            </a:r>
            <a:endParaRPr sz="1400">
              <a:solidFill>
                <a:srgbClr val="000000"/>
              </a:solidFill>
              <a:latin typeface="Arial"/>
              <a:ea typeface="Arial"/>
              <a:cs typeface="Arial"/>
              <a:sym typeface="Arial"/>
            </a:endParaRPr>
          </a:p>
        </p:txBody>
      </p:sp>
      <p:sp>
        <p:nvSpPr>
          <p:cNvPr id="161" name="Google Shape;161;p19"/>
          <p:cNvSpPr txBox="1"/>
          <p:nvPr/>
        </p:nvSpPr>
        <p:spPr>
          <a:xfrm>
            <a:off x="6836001" y="10517188"/>
            <a:ext cx="64320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rgbClr val="898989"/>
                </a:solidFill>
                <a:latin typeface="Calibri"/>
                <a:ea typeface="Calibri"/>
                <a:cs typeface="Calibri"/>
                <a:sym typeface="Calibri"/>
              </a:rPr>
              <a:t>Department of ECE</a:t>
            </a:r>
            <a:endParaRPr sz="1400">
              <a:solidFill>
                <a:srgbClr val="000000"/>
              </a:solidFill>
              <a:latin typeface="Arial"/>
              <a:ea typeface="Arial"/>
              <a:cs typeface="Arial"/>
              <a:sym typeface="Arial"/>
            </a:endParaRPr>
          </a:p>
        </p:txBody>
      </p:sp>
      <p:sp>
        <p:nvSpPr>
          <p:cNvPr id="162" name="Google Shape;162;p19"/>
          <p:cNvSpPr txBox="1"/>
          <p:nvPr/>
        </p:nvSpPr>
        <p:spPr>
          <a:xfrm>
            <a:off x="14474515" y="10517188"/>
            <a:ext cx="4624200" cy="2772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800">
                <a:solidFill>
                  <a:srgbClr val="898989"/>
                </a:solidFill>
                <a:latin typeface="Calibri"/>
                <a:ea typeface="Calibri"/>
                <a:cs typeface="Calibri"/>
                <a:sym typeface="Calibri"/>
              </a:rPr>
              <a:t>6</a:t>
            </a:fld>
            <a:endParaRPr sz="1400">
              <a:solidFill>
                <a:srgbClr val="000000"/>
              </a:solidFill>
              <a:latin typeface="Arial"/>
              <a:ea typeface="Arial"/>
              <a:cs typeface="Arial"/>
              <a:sym typeface="Arial"/>
            </a:endParaRPr>
          </a:p>
        </p:txBody>
      </p:sp>
      <p:sp>
        <p:nvSpPr>
          <p:cNvPr id="163" name="Google Shape;163;p19"/>
          <p:cNvSpPr txBox="1"/>
          <p:nvPr/>
        </p:nvSpPr>
        <p:spPr>
          <a:xfrm>
            <a:off x="6878861" y="654687"/>
            <a:ext cx="5702400" cy="843300"/>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5400" b="1">
                <a:solidFill>
                  <a:schemeClr val="dk1"/>
                </a:solidFill>
                <a:latin typeface="Calibri"/>
                <a:ea typeface="Calibri"/>
                <a:cs typeface="Calibri"/>
                <a:sym typeface="Calibri"/>
              </a:rPr>
              <a:t>Literature Survey</a:t>
            </a:r>
            <a:endParaRPr sz="1800">
              <a:solidFill>
                <a:schemeClr val="dk1"/>
              </a:solidFill>
              <a:latin typeface="Arial"/>
              <a:ea typeface="Arial"/>
              <a:cs typeface="Arial"/>
              <a:sym typeface="Arial"/>
            </a:endParaRPr>
          </a:p>
        </p:txBody>
      </p:sp>
      <p:graphicFrame>
        <p:nvGraphicFramePr>
          <p:cNvPr id="164" name="Google Shape;164;p19"/>
          <p:cNvGraphicFramePr/>
          <p:nvPr>
            <p:extLst>
              <p:ext uri="{D42A27DB-BD31-4B8C-83A1-F6EECF244321}">
                <p14:modId xmlns:p14="http://schemas.microsoft.com/office/powerpoint/2010/main" val="2193182380"/>
              </p:ext>
            </p:extLst>
          </p:nvPr>
        </p:nvGraphicFramePr>
        <p:xfrm>
          <a:off x="539780" y="2210800"/>
          <a:ext cx="19024350" cy="7580009"/>
        </p:xfrm>
        <a:graphic>
          <a:graphicData uri="http://schemas.openxmlformats.org/drawingml/2006/table">
            <a:tbl>
              <a:tblPr>
                <a:noFill/>
                <a:tableStyleId>{0609906D-B0A9-4EC5-A5FE-2A6D8419C921}</a:tableStyleId>
              </a:tblPr>
              <a:tblGrid>
                <a:gridCol w="1453850">
                  <a:extLst>
                    <a:ext uri="{9D8B030D-6E8A-4147-A177-3AD203B41FA5}">
                      <a16:colId xmlns:a16="http://schemas.microsoft.com/office/drawing/2014/main" val="20000"/>
                    </a:ext>
                  </a:extLst>
                </a:gridCol>
                <a:gridCol w="7150370">
                  <a:extLst>
                    <a:ext uri="{9D8B030D-6E8A-4147-A177-3AD203B41FA5}">
                      <a16:colId xmlns:a16="http://schemas.microsoft.com/office/drawing/2014/main" val="20001"/>
                    </a:ext>
                  </a:extLst>
                </a:gridCol>
                <a:gridCol w="10420130">
                  <a:extLst>
                    <a:ext uri="{9D8B030D-6E8A-4147-A177-3AD203B41FA5}">
                      <a16:colId xmlns:a16="http://schemas.microsoft.com/office/drawing/2014/main" val="20002"/>
                    </a:ext>
                  </a:extLst>
                </a:gridCol>
              </a:tblGrid>
              <a:tr h="1869147">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err="1">
                          <a:solidFill>
                            <a:srgbClr val="FFFFFF"/>
                          </a:solidFill>
                          <a:latin typeface="Times New Roman" panose="02020603050405020304" pitchFamily="18" charset="0"/>
                          <a:ea typeface="Calibri"/>
                          <a:cs typeface="Times New Roman" panose="02020603050405020304" pitchFamily="18" charset="0"/>
                          <a:sym typeface="Calibri"/>
                        </a:rPr>
                        <a:t>Sl</a:t>
                      </a: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 No</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Paper Title, Journal Name, Year </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Major findings / Observations</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06688">
                <a:tc>
                  <a:txBody>
                    <a:bodyPr/>
                    <a:lstStyle/>
                    <a:p>
                      <a:pPr marL="0" marR="0" lvl="0" indent="0" algn="ctr" rtl="0">
                        <a:lnSpc>
                          <a:spcPct val="100000"/>
                        </a:lnSpc>
                        <a:spcBef>
                          <a:spcPts val="0"/>
                        </a:spcBef>
                        <a:spcAft>
                          <a:spcPts val="0"/>
                        </a:spcAft>
                        <a:buClr>
                          <a:srgbClr val="000000"/>
                        </a:buClr>
                        <a:buSzPts val="4600"/>
                        <a:buFont typeface="Calibri"/>
                        <a:buNone/>
                      </a:pPr>
                      <a:r>
                        <a:rPr lang="en-IN"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1</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indent="0">
                        <a:buNone/>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A UVM-based Verification Approach for MIPI DSI Low-Level Protocol Layer</a:t>
                      </a:r>
                      <a:endParaRPr lang="en-US" sz="2400" dirty="0">
                        <a:latin typeface="Times New Roman" panose="02020603050405020304" pitchFamily="18" charset="0"/>
                        <a:ea typeface="Calibri" charset="0"/>
                        <a:cs typeface="Times New Roman" panose="02020603050405020304" pitchFamily="18" charset="0"/>
                      </a:endParaRPr>
                    </a:p>
                    <a:p>
                      <a:pPr marL="0" indent="0">
                        <a:buNone/>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Authors: V. Melikyan, M.W. El-Kharashi et al.</a:t>
                      </a:r>
                      <a:endParaRPr lang="en-US" sz="2400" dirty="0">
                        <a:latin typeface="Times New Roman" panose="02020603050405020304" pitchFamily="18" charset="0"/>
                        <a:ea typeface="Calibri" charset="0"/>
                        <a:cs typeface="Times New Roman" panose="02020603050405020304" pitchFamily="18" charset="0"/>
                      </a:endParaRPr>
                    </a:p>
                    <a:p>
                      <a:pPr marL="0" indent="0">
                        <a:buNone/>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Journal: IEEE Conference</a:t>
                      </a:r>
                      <a:endParaRPr lang="en-US" sz="2400" dirty="0">
                        <a:latin typeface="Times New Roman" panose="02020603050405020304" pitchFamily="18" charset="0"/>
                        <a:ea typeface="Calibri" charset="0"/>
                        <a:cs typeface="Times New Roman" panose="02020603050405020304" pitchFamily="18" charset="0"/>
                      </a:endParaRPr>
                    </a:p>
                    <a:p>
                      <a:pPr marL="0" indent="0">
                        <a:buNone/>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Year: 2022</a:t>
                      </a:r>
                      <a:endParaRPr lang="en-US" sz="2400" dirty="0">
                        <a:latin typeface="Times New Roman" panose="02020603050405020304" pitchFamily="18" charset="0"/>
                        <a:ea typeface="Calibri" charset="0"/>
                        <a:cs typeface="Times New Roman" panose="02020603050405020304" pitchFamily="18" charset="0"/>
                      </a:endParaRPr>
                    </a:p>
                  </a:txBody>
                  <a:tcPr marL="41590" marR="41590" marT="20791" marB="20791">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indent="-457200">
                        <a:buFont typeface="Arial" panose="020B0604020202020204" pitchFamily="34" charset="0"/>
                        <a:buChar char="•"/>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Proposes constrained-random for DSI low-level protocol using UVM</a:t>
                      </a:r>
                      <a:endParaRPr lang="en-US" sz="2400" dirty="0">
                        <a:solidFill>
                          <a:srgbClr val="000000"/>
                        </a:solidFill>
                        <a:latin typeface="Times New Roman" panose="02020603050405020304" pitchFamily="18" charset="0"/>
                        <a:ea typeface="Calibri" charset="0"/>
                        <a:cs typeface="Times New Roman" panose="02020603050405020304" pitchFamily="18" charset="0"/>
                      </a:endParaRPr>
                    </a:p>
                    <a:p>
                      <a:pPr marL="457200" indent="-457200">
                        <a:buFont typeface="Arial" panose="020B0604020202020204" pitchFamily="34" charset="0"/>
                        <a:buChar char="•"/>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Uses SystemVerilog Assertions (SVA) for protocol compliance</a:t>
                      </a:r>
                      <a:endParaRPr lang="en-US" sz="2400" dirty="0">
                        <a:solidFill>
                          <a:srgbClr val="000000"/>
                        </a:solidFill>
                        <a:latin typeface="Times New Roman" panose="02020603050405020304" pitchFamily="18" charset="0"/>
                        <a:ea typeface="Calibri" charset="0"/>
                        <a:cs typeface="Times New Roman" panose="02020603050405020304" pitchFamily="18" charset="0"/>
                      </a:endParaRPr>
                    </a:p>
                    <a:p>
                      <a:pPr marL="457200" indent="-457200">
                        <a:buFont typeface="Arial" panose="020B0604020202020204" pitchFamily="34" charset="0"/>
                        <a:buChar char="•"/>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Provides reusable and scalable verification environment</a:t>
                      </a:r>
                      <a:endParaRPr lang="en-US" sz="2400" dirty="0">
                        <a:solidFill>
                          <a:srgbClr val="000000"/>
                        </a:solidFill>
                        <a:latin typeface="Times New Roman" panose="02020603050405020304" pitchFamily="18" charset="0"/>
                        <a:ea typeface="Calibri" charset="0"/>
                        <a:cs typeface="Times New Roman" panose="02020603050405020304" pitchFamily="18" charset="0"/>
                      </a:endParaRPr>
                    </a:p>
                    <a:p>
                      <a:pPr marL="457200" indent="-457200">
                        <a:buFont typeface="Arial" panose="020B0604020202020204" pitchFamily="34" charset="0"/>
                        <a:buChar char="•"/>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Directly informs verification strategy for </a:t>
                      </a:r>
                      <a:r>
                        <a:rPr lang="en-US" sz="2400" dirty="0" err="1">
                          <a:solidFill>
                            <a:srgbClr val="404040"/>
                          </a:solidFill>
                          <a:latin typeface="Times New Roman" panose="02020603050405020304" pitchFamily="18" charset="0"/>
                          <a:ea typeface="Calibri" pitchFamily="34" charset="-122"/>
                          <a:cs typeface="Times New Roman" panose="02020603050405020304" pitchFamily="18" charset="0"/>
                        </a:rPr>
                        <a:t>packetizer</a:t>
                      </a: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 and D-PHY</a:t>
                      </a:r>
                    </a:p>
                    <a:p>
                      <a:pPr marL="457200" marR="0" lvl="0" indent="-4572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400" dirty="0">
                          <a:solidFill>
                            <a:srgbClr val="404040"/>
                          </a:solidFill>
                          <a:latin typeface="Times New Roman" panose="02020603050405020304" pitchFamily="18" charset="0"/>
                          <a:ea typeface="Calibri" pitchFamily="34" charset="-122"/>
                          <a:cs typeface="Times New Roman" panose="02020603050405020304" pitchFamily="18" charset="0"/>
                        </a:rPr>
                        <a:t>Implements error injection mechanism for protocol stress testing</a:t>
                      </a:r>
                      <a:endParaRPr lang="en-US" sz="2400" dirty="0">
                        <a:solidFill>
                          <a:srgbClr val="000000"/>
                        </a:solidFill>
                        <a:latin typeface="Times New Roman" panose="02020603050405020304" pitchFamily="18" charset="0"/>
                        <a:ea typeface="Calibri" charset="0"/>
                        <a:cs typeface="Times New Roman" panose="02020603050405020304" pitchFamily="18" charset="0"/>
                      </a:endParaRPr>
                    </a:p>
                  </a:txBody>
                  <a:tcPr marL="41590" marR="41590" marT="20791" marB="20791">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806688">
                <a:tc>
                  <a:txBody>
                    <a:bodyPr/>
                    <a:lstStyle/>
                    <a:p>
                      <a:pPr marL="0" marR="0" lvl="0" indent="0" algn="ctr" rtl="0">
                        <a:lnSpc>
                          <a:spcPct val="100000"/>
                        </a:lnSpc>
                        <a:spcBef>
                          <a:spcPts val="0"/>
                        </a:spcBef>
                        <a:spcAft>
                          <a:spcPts val="0"/>
                        </a:spcAft>
                        <a:buClr>
                          <a:srgbClr val="000000"/>
                        </a:buClr>
                        <a:buSzPts val="4600"/>
                        <a:buFont typeface="Calibri"/>
                        <a:buNone/>
                      </a:pPr>
                      <a:r>
                        <a:rPr lang="en-IN"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2</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Design of D-PHY Chip for Mobile Display Interface Supporting MIPI Standard</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B.D. Kim, S.J. Lee, D.H. Kim, K.R. Cho</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Microelectronics Journal / IEEE ICCE</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2012</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D-PHY chip in 0.13 µm CMOS achieving 1 Gbps/lane with &lt;5% jitter</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Covers HS-TX, HS-RX, LP-TX, LP-RX, LP-CD analog blocks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Power consumption of 0.74 mW — provides power benchmark reference</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Includes silicon measurement data for D-PHY timing parameters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Foundation reference for D-PHY TX digital interface design</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3857063367"/>
                  </a:ext>
                </a:extLst>
              </a:tr>
              <a:tr h="990780">
                <a:tc>
                  <a:txBody>
                    <a:bodyPr/>
                    <a:lstStyle/>
                    <a:p>
                      <a:pPr marL="0" marR="0" lvl="0" indent="0" algn="ctr" rtl="0">
                        <a:lnSpc>
                          <a:spcPct val="10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Times New Roman"/>
                          <a:cs typeface="Times New Roman" panose="02020603050405020304" pitchFamily="18" charset="0"/>
                          <a:sym typeface="Times New Roman"/>
                        </a:rPr>
                        <a:t>3</a:t>
                      </a:r>
                      <a:endParaRPr sz="2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Low-Cost Unified Pixel Converter from MIPI DSI Packets into Arbitrary Pixel Sizes</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K. Kwon, D. Kang, G. Ko, S. Kim, S. Kim</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MDPI Electronics (Open Access)</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2022</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Proposes pixel converter classifying DSI packets by base-and-remainder</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Verified on FPGA, synthesized with Samsung 65 nm library</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Achieved 25.7% area reduction and 38.6% power reduction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Directly relevant to Pixel-to-Byte Packer module design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Most relevant MIPI DSI implementation paper with synthesis results</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401948776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6200339E-0921-37C7-3746-BC54D70C8240}"/>
            </a:ext>
          </a:extLst>
        </p:cNvPr>
        <p:cNvGrpSpPr/>
        <p:nvPr/>
      </p:nvGrpSpPr>
      <p:grpSpPr>
        <a:xfrm>
          <a:off x="0" y="0"/>
          <a:ext cx="0" cy="0"/>
          <a:chOff x="0" y="0"/>
          <a:chExt cx="0" cy="0"/>
        </a:xfrm>
      </p:grpSpPr>
      <p:sp>
        <p:nvSpPr>
          <p:cNvPr id="156" name="Google Shape;156;p19">
            <a:extLst>
              <a:ext uri="{FF2B5EF4-FFF2-40B4-BE49-F238E27FC236}">
                <a16:creationId xmlns:a16="http://schemas.microsoft.com/office/drawing/2014/main" id="{E295040F-4A78-DEB9-0097-ECC869661A77}"/>
              </a:ext>
            </a:extLst>
          </p:cNvPr>
          <p:cNvSpPr txBox="1"/>
          <p:nvPr/>
        </p:nvSpPr>
        <p:spPr>
          <a:xfrm>
            <a:off x="605" y="-25"/>
            <a:ext cx="20102700" cy="11309400"/>
          </a:xfrm>
          <a:prstGeom prst="rect">
            <a:avLst/>
          </a:prstGeom>
          <a:solidFill>
            <a:schemeClr val="lt1">
              <a:alpha val="97650"/>
            </a:schemeClr>
          </a:solidFill>
          <a:ln w="76200" cap="flat" cmpd="sng">
            <a:solidFill>
              <a:schemeClr val="dk1"/>
            </a:solidFill>
            <a:prstDash val="solid"/>
            <a:miter lim="800000"/>
            <a:headEnd type="none" w="sm" len="sm"/>
            <a:tailEnd type="none" w="sm" len="sm"/>
          </a:ln>
        </p:spPr>
        <p:txBody>
          <a:bodyPr spcFirstLastPara="1" wrap="square" lIns="91400" tIns="45675" rIns="91400" bIns="4567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57" name="Google Shape;157;p19">
            <a:extLst>
              <a:ext uri="{FF2B5EF4-FFF2-40B4-BE49-F238E27FC236}">
                <a16:creationId xmlns:a16="http://schemas.microsoft.com/office/drawing/2014/main" id="{005BB172-F9AA-1203-B5D8-4EFF6169662F}"/>
              </a:ext>
            </a:extLst>
          </p:cNvPr>
          <p:cNvPicPr preferRelativeResize="0"/>
          <p:nvPr/>
        </p:nvPicPr>
        <p:blipFill rotWithShape="1">
          <a:blip r:embed="rId3">
            <a:alphaModFix/>
          </a:blip>
          <a:srcRect/>
          <a:stretch/>
        </p:blipFill>
        <p:spPr>
          <a:xfrm>
            <a:off x="706" y="-16450"/>
            <a:ext cx="20102688" cy="11308556"/>
          </a:xfrm>
          <a:prstGeom prst="rect">
            <a:avLst/>
          </a:prstGeom>
          <a:noFill/>
          <a:ln>
            <a:noFill/>
          </a:ln>
        </p:spPr>
      </p:pic>
      <p:sp>
        <p:nvSpPr>
          <p:cNvPr id="158" name="Google Shape;158;p19">
            <a:extLst>
              <a:ext uri="{FF2B5EF4-FFF2-40B4-BE49-F238E27FC236}">
                <a16:creationId xmlns:a16="http://schemas.microsoft.com/office/drawing/2014/main" id="{D2A41935-4664-9FFC-6679-35B53DCCAC73}"/>
              </a:ext>
            </a:extLst>
          </p:cNvPr>
          <p:cNvSpPr/>
          <p:nvPr/>
        </p:nvSpPr>
        <p:spPr>
          <a:xfrm>
            <a:off x="2983408" y="712788"/>
            <a:ext cx="57362"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19">
            <a:extLst>
              <a:ext uri="{FF2B5EF4-FFF2-40B4-BE49-F238E27FC236}">
                <a16:creationId xmlns:a16="http://schemas.microsoft.com/office/drawing/2014/main" id="{9B5DD44F-CDC7-DB94-1FEF-8CD9B6CE02AE}"/>
              </a:ext>
            </a:extLst>
          </p:cNvPr>
          <p:cNvSpPr/>
          <p:nvPr/>
        </p:nvSpPr>
        <p:spPr>
          <a:xfrm>
            <a:off x="2999282" y="725487"/>
            <a:ext cx="25463" cy="31829"/>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9">
            <a:extLst>
              <a:ext uri="{FF2B5EF4-FFF2-40B4-BE49-F238E27FC236}">
                <a16:creationId xmlns:a16="http://schemas.microsoft.com/office/drawing/2014/main" id="{67A56EF7-EB4F-CF83-7FCA-C3D1437F3184}"/>
              </a:ext>
            </a:extLst>
          </p:cNvPr>
          <p:cNvSpPr txBox="1"/>
          <p:nvPr/>
        </p:nvSpPr>
        <p:spPr>
          <a:xfrm>
            <a:off x="1005522" y="10517188"/>
            <a:ext cx="4624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898989"/>
                </a:solidFill>
                <a:latin typeface="Calibri"/>
                <a:ea typeface="Calibri"/>
                <a:cs typeface="Calibri"/>
                <a:sym typeface="Calibri"/>
              </a:rPr>
              <a:t>*</a:t>
            </a:r>
            <a:endParaRPr sz="1400">
              <a:solidFill>
                <a:srgbClr val="000000"/>
              </a:solidFill>
              <a:latin typeface="Arial"/>
              <a:ea typeface="Arial"/>
              <a:cs typeface="Arial"/>
              <a:sym typeface="Arial"/>
            </a:endParaRPr>
          </a:p>
        </p:txBody>
      </p:sp>
      <p:sp>
        <p:nvSpPr>
          <p:cNvPr id="161" name="Google Shape;161;p19">
            <a:extLst>
              <a:ext uri="{FF2B5EF4-FFF2-40B4-BE49-F238E27FC236}">
                <a16:creationId xmlns:a16="http://schemas.microsoft.com/office/drawing/2014/main" id="{7A41E698-B635-A2C1-1B62-603C10BA25B9}"/>
              </a:ext>
            </a:extLst>
          </p:cNvPr>
          <p:cNvSpPr txBox="1"/>
          <p:nvPr/>
        </p:nvSpPr>
        <p:spPr>
          <a:xfrm>
            <a:off x="6836001" y="10517188"/>
            <a:ext cx="64320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rgbClr val="898989"/>
                </a:solidFill>
                <a:latin typeface="Calibri"/>
                <a:ea typeface="Calibri"/>
                <a:cs typeface="Calibri"/>
                <a:sym typeface="Calibri"/>
              </a:rPr>
              <a:t>Department of ECE</a:t>
            </a:r>
            <a:endParaRPr sz="1400">
              <a:solidFill>
                <a:srgbClr val="000000"/>
              </a:solidFill>
              <a:latin typeface="Arial"/>
              <a:ea typeface="Arial"/>
              <a:cs typeface="Arial"/>
              <a:sym typeface="Arial"/>
            </a:endParaRPr>
          </a:p>
        </p:txBody>
      </p:sp>
      <p:sp>
        <p:nvSpPr>
          <p:cNvPr id="162" name="Google Shape;162;p19">
            <a:extLst>
              <a:ext uri="{FF2B5EF4-FFF2-40B4-BE49-F238E27FC236}">
                <a16:creationId xmlns:a16="http://schemas.microsoft.com/office/drawing/2014/main" id="{1AD8AFA4-0E6E-3AAD-35E9-95805F72DAF6}"/>
              </a:ext>
            </a:extLst>
          </p:cNvPr>
          <p:cNvSpPr txBox="1"/>
          <p:nvPr/>
        </p:nvSpPr>
        <p:spPr>
          <a:xfrm>
            <a:off x="14474515" y="10517188"/>
            <a:ext cx="4624200" cy="2772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800">
                <a:solidFill>
                  <a:srgbClr val="898989"/>
                </a:solidFill>
                <a:latin typeface="Calibri"/>
                <a:ea typeface="Calibri"/>
                <a:cs typeface="Calibri"/>
                <a:sym typeface="Calibri"/>
              </a:rPr>
              <a:t>7</a:t>
            </a:fld>
            <a:endParaRPr sz="1400">
              <a:solidFill>
                <a:srgbClr val="000000"/>
              </a:solidFill>
              <a:latin typeface="Arial"/>
              <a:ea typeface="Arial"/>
              <a:cs typeface="Arial"/>
              <a:sym typeface="Arial"/>
            </a:endParaRPr>
          </a:p>
        </p:txBody>
      </p:sp>
      <p:sp>
        <p:nvSpPr>
          <p:cNvPr id="163" name="Google Shape;163;p19">
            <a:extLst>
              <a:ext uri="{FF2B5EF4-FFF2-40B4-BE49-F238E27FC236}">
                <a16:creationId xmlns:a16="http://schemas.microsoft.com/office/drawing/2014/main" id="{F823F89D-A09A-81E9-6FD1-EAB0E2B4A0C6}"/>
              </a:ext>
            </a:extLst>
          </p:cNvPr>
          <p:cNvSpPr txBox="1"/>
          <p:nvPr/>
        </p:nvSpPr>
        <p:spPr>
          <a:xfrm>
            <a:off x="6878861" y="654687"/>
            <a:ext cx="5702400" cy="843300"/>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5400" b="1">
                <a:solidFill>
                  <a:schemeClr val="dk1"/>
                </a:solidFill>
                <a:latin typeface="Calibri"/>
                <a:ea typeface="Calibri"/>
                <a:cs typeface="Calibri"/>
                <a:sym typeface="Calibri"/>
              </a:rPr>
              <a:t>Literature Survey</a:t>
            </a:r>
            <a:endParaRPr sz="1800">
              <a:solidFill>
                <a:schemeClr val="dk1"/>
              </a:solidFill>
              <a:latin typeface="Arial"/>
              <a:ea typeface="Arial"/>
              <a:cs typeface="Arial"/>
              <a:sym typeface="Arial"/>
            </a:endParaRPr>
          </a:p>
        </p:txBody>
      </p:sp>
      <p:graphicFrame>
        <p:nvGraphicFramePr>
          <p:cNvPr id="164" name="Google Shape;164;p19">
            <a:extLst>
              <a:ext uri="{FF2B5EF4-FFF2-40B4-BE49-F238E27FC236}">
                <a16:creationId xmlns:a16="http://schemas.microsoft.com/office/drawing/2014/main" id="{F9251128-7725-ED39-B975-DD6F925AD941}"/>
              </a:ext>
            </a:extLst>
          </p:cNvPr>
          <p:cNvGraphicFramePr/>
          <p:nvPr>
            <p:extLst>
              <p:ext uri="{D42A27DB-BD31-4B8C-83A1-F6EECF244321}">
                <p14:modId xmlns:p14="http://schemas.microsoft.com/office/powerpoint/2010/main" val="1010696829"/>
              </p:ext>
            </p:extLst>
          </p:nvPr>
        </p:nvGraphicFramePr>
        <p:xfrm>
          <a:off x="539780" y="2210800"/>
          <a:ext cx="19024350" cy="7995627"/>
        </p:xfrm>
        <a:graphic>
          <a:graphicData uri="http://schemas.openxmlformats.org/drawingml/2006/table">
            <a:tbl>
              <a:tblPr>
                <a:noFill/>
                <a:tableStyleId>{0609906D-B0A9-4EC5-A5FE-2A6D8419C921}</a:tableStyleId>
              </a:tblPr>
              <a:tblGrid>
                <a:gridCol w="1453850">
                  <a:extLst>
                    <a:ext uri="{9D8B030D-6E8A-4147-A177-3AD203B41FA5}">
                      <a16:colId xmlns:a16="http://schemas.microsoft.com/office/drawing/2014/main" val="20000"/>
                    </a:ext>
                  </a:extLst>
                </a:gridCol>
                <a:gridCol w="7150370">
                  <a:extLst>
                    <a:ext uri="{9D8B030D-6E8A-4147-A177-3AD203B41FA5}">
                      <a16:colId xmlns:a16="http://schemas.microsoft.com/office/drawing/2014/main" val="20001"/>
                    </a:ext>
                  </a:extLst>
                </a:gridCol>
                <a:gridCol w="10420130">
                  <a:extLst>
                    <a:ext uri="{9D8B030D-6E8A-4147-A177-3AD203B41FA5}">
                      <a16:colId xmlns:a16="http://schemas.microsoft.com/office/drawing/2014/main" val="20002"/>
                    </a:ext>
                  </a:extLst>
                </a:gridCol>
              </a:tblGrid>
              <a:tr h="1869147">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err="1">
                          <a:solidFill>
                            <a:srgbClr val="FFFFFF"/>
                          </a:solidFill>
                          <a:latin typeface="Times New Roman" panose="02020603050405020304" pitchFamily="18" charset="0"/>
                          <a:ea typeface="Calibri"/>
                          <a:cs typeface="Times New Roman" panose="02020603050405020304" pitchFamily="18" charset="0"/>
                          <a:sym typeface="Calibri"/>
                        </a:rPr>
                        <a:t>Sl</a:t>
                      </a: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 No</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Paper Title, Journal Name, Year </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Major findings / Observations</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06688">
                <a:tc>
                  <a:txBody>
                    <a:bodyPr/>
                    <a:lstStyle/>
                    <a:p>
                      <a:pPr marL="0" marR="0" lvl="0" indent="0" algn="ctr" rtl="0">
                        <a:lnSpc>
                          <a:spcPct val="100000"/>
                        </a:lnSpc>
                        <a:spcBef>
                          <a:spcPts val="0"/>
                        </a:spcBef>
                        <a:spcAft>
                          <a:spcPts val="0"/>
                        </a:spcAft>
                        <a:buClr>
                          <a:srgbClr val="000000"/>
                        </a:buClr>
                        <a:buSzPts val="4600"/>
                        <a:buFont typeface="Calibri"/>
                        <a:buNone/>
                      </a:pPr>
                      <a:r>
                        <a:rPr lang="en-IN"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4</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Foveated Rendering: A State-of-the-Art Survey</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L. Wang, X. Shi, Y. Liu</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Computational Visual Media (Springer)</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2023</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Most comprehensive survey of foveated rendering (1990-2021)</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Proposes taxonomy: adaptive resolution, geometric/shading simplification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Reviews perceptual models of human visual system for foveation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Covers gaze-contingent displays and variable-rate rendering</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Provides theoretical foundation for foveation tier model</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806688">
                <a:tc>
                  <a:txBody>
                    <a:bodyPr/>
                    <a:lstStyle/>
                    <a:p>
                      <a:pPr marL="0" marR="0" lvl="0" indent="0" algn="ctr" rtl="0">
                        <a:lnSpc>
                          <a:spcPct val="100000"/>
                        </a:lnSpc>
                        <a:spcBef>
                          <a:spcPts val="0"/>
                        </a:spcBef>
                        <a:spcAft>
                          <a:spcPts val="0"/>
                        </a:spcAft>
                        <a:buClr>
                          <a:srgbClr val="000000"/>
                        </a:buClr>
                        <a:buSzPts val="4600"/>
                        <a:buFont typeface="Calibri"/>
                        <a:buNone/>
                      </a:pPr>
                      <a:r>
                        <a:rPr lang="en-IN"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5</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Towards Foveated Rendering for Gaze-Tracked Virtual Reality</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A. Patney, M. Salvi et al. (NVIDIA)</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ACM TOG / SIGGRAPH Asia</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2016</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Seminal NVIDIA paper on gaze-tracked foveated rendering for VR</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Fovea covers ~4% of pixels, achieves up to 70% shading reduction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Basis for NVIDIA Variable Rate Shading (VRS) hardware feature</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Demonstrates perceptually lossless quality at massive compute savings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Key reference for bandwidth reduction rationale in design</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3857063367"/>
                  </a:ext>
                </a:extLst>
              </a:tr>
              <a:tr h="990780">
                <a:tc>
                  <a:txBody>
                    <a:bodyPr/>
                    <a:lstStyle/>
                    <a:p>
                      <a:pPr marL="0" marR="0" lvl="0" indent="0" algn="ctr" rtl="0">
                        <a:lnSpc>
                          <a:spcPct val="10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Times New Roman"/>
                          <a:cs typeface="Times New Roman" panose="02020603050405020304" pitchFamily="18" charset="0"/>
                          <a:sym typeface="Times New Roman"/>
                        </a:rPr>
                        <a:t>6</a:t>
                      </a:r>
                      <a:endParaRPr sz="2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Process Only Where You Look (POLO): HW-Algorithm Co-optimization for Foveated Rendering</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H. Wang, W. Liu, K. Chen, Q. Sun, S.Q. Zhang</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ISCA ‘25 </a:t>
                      </a:r>
                    </a:p>
                    <a:p>
                      <a:pPr marL="0" marR="0" indent="0" algn="l" rtl="0">
                        <a:lnSpc>
                          <a:spcPct val="100000"/>
                        </a:lnSpc>
                        <a:spcBef>
                          <a:spcPts val="0"/>
                        </a:spcBef>
                        <a:spcAft>
                          <a:spcPts val="0"/>
                        </a:spcAft>
                        <a:buClr>
                          <a:srgbClr val="000000"/>
                        </a:buClr>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2025</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Proposes dedicated foveated rendering HW accelerator for VR SoCs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Explicitly models MIPI communication time in pipeline equation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Achieves 3.9× reduction in end-to-end latency over GPU-only</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Integrated via NoC with CPU, GPU, and DMA in SoC architecture</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Relevant paper: justifies MIPI DSI + foveation combination</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4019487766"/>
                  </a:ext>
                </a:extLst>
              </a:tr>
            </a:tbl>
          </a:graphicData>
        </a:graphic>
      </p:graphicFrame>
    </p:spTree>
    <p:extLst>
      <p:ext uri="{BB962C8B-B14F-4D97-AF65-F5344CB8AC3E}">
        <p14:creationId xmlns:p14="http://schemas.microsoft.com/office/powerpoint/2010/main" val="3109268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8881BB65-05E9-FCFB-E1D6-CC1E13AA3EEE}"/>
            </a:ext>
          </a:extLst>
        </p:cNvPr>
        <p:cNvGrpSpPr/>
        <p:nvPr/>
      </p:nvGrpSpPr>
      <p:grpSpPr>
        <a:xfrm>
          <a:off x="0" y="0"/>
          <a:ext cx="0" cy="0"/>
          <a:chOff x="0" y="0"/>
          <a:chExt cx="0" cy="0"/>
        </a:xfrm>
      </p:grpSpPr>
      <p:sp>
        <p:nvSpPr>
          <p:cNvPr id="156" name="Google Shape;156;p19">
            <a:extLst>
              <a:ext uri="{FF2B5EF4-FFF2-40B4-BE49-F238E27FC236}">
                <a16:creationId xmlns:a16="http://schemas.microsoft.com/office/drawing/2014/main" id="{6F14F5FD-7EEB-4D92-07C3-A53144FE9098}"/>
              </a:ext>
            </a:extLst>
          </p:cNvPr>
          <p:cNvSpPr txBox="1"/>
          <p:nvPr/>
        </p:nvSpPr>
        <p:spPr>
          <a:xfrm>
            <a:off x="605" y="-25"/>
            <a:ext cx="20102700" cy="11309400"/>
          </a:xfrm>
          <a:prstGeom prst="rect">
            <a:avLst/>
          </a:prstGeom>
          <a:solidFill>
            <a:schemeClr val="lt1">
              <a:alpha val="97650"/>
            </a:schemeClr>
          </a:solidFill>
          <a:ln w="76200" cap="flat" cmpd="sng">
            <a:solidFill>
              <a:schemeClr val="dk1"/>
            </a:solidFill>
            <a:prstDash val="solid"/>
            <a:miter lim="800000"/>
            <a:headEnd type="none" w="sm" len="sm"/>
            <a:tailEnd type="none" w="sm" len="sm"/>
          </a:ln>
        </p:spPr>
        <p:txBody>
          <a:bodyPr spcFirstLastPara="1" wrap="square" lIns="91400" tIns="45675" rIns="91400" bIns="4567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57" name="Google Shape;157;p19">
            <a:extLst>
              <a:ext uri="{FF2B5EF4-FFF2-40B4-BE49-F238E27FC236}">
                <a16:creationId xmlns:a16="http://schemas.microsoft.com/office/drawing/2014/main" id="{5182F5AB-1028-88DC-6FFE-1DBDC4070CD4}"/>
              </a:ext>
            </a:extLst>
          </p:cNvPr>
          <p:cNvPicPr preferRelativeResize="0"/>
          <p:nvPr/>
        </p:nvPicPr>
        <p:blipFill rotWithShape="1">
          <a:blip r:embed="rId3">
            <a:alphaModFix/>
          </a:blip>
          <a:srcRect/>
          <a:stretch/>
        </p:blipFill>
        <p:spPr>
          <a:xfrm>
            <a:off x="706" y="-16450"/>
            <a:ext cx="20102688" cy="11308556"/>
          </a:xfrm>
          <a:prstGeom prst="rect">
            <a:avLst/>
          </a:prstGeom>
          <a:noFill/>
          <a:ln>
            <a:noFill/>
          </a:ln>
        </p:spPr>
      </p:pic>
      <p:sp>
        <p:nvSpPr>
          <p:cNvPr id="158" name="Google Shape;158;p19">
            <a:extLst>
              <a:ext uri="{FF2B5EF4-FFF2-40B4-BE49-F238E27FC236}">
                <a16:creationId xmlns:a16="http://schemas.microsoft.com/office/drawing/2014/main" id="{EB1366B6-D91C-C1B4-446B-B89923ECC846}"/>
              </a:ext>
            </a:extLst>
          </p:cNvPr>
          <p:cNvSpPr/>
          <p:nvPr/>
        </p:nvSpPr>
        <p:spPr>
          <a:xfrm>
            <a:off x="2983408" y="712788"/>
            <a:ext cx="57362"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9" name="Google Shape;159;p19">
            <a:extLst>
              <a:ext uri="{FF2B5EF4-FFF2-40B4-BE49-F238E27FC236}">
                <a16:creationId xmlns:a16="http://schemas.microsoft.com/office/drawing/2014/main" id="{ED7E58EC-6B80-EFFA-B8BA-35352AC9CEA0}"/>
              </a:ext>
            </a:extLst>
          </p:cNvPr>
          <p:cNvSpPr/>
          <p:nvPr/>
        </p:nvSpPr>
        <p:spPr>
          <a:xfrm>
            <a:off x="2999282" y="725487"/>
            <a:ext cx="25463" cy="31829"/>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19">
            <a:extLst>
              <a:ext uri="{FF2B5EF4-FFF2-40B4-BE49-F238E27FC236}">
                <a16:creationId xmlns:a16="http://schemas.microsoft.com/office/drawing/2014/main" id="{F801AFF8-92FF-8493-0DB7-43F6A3E65309}"/>
              </a:ext>
            </a:extLst>
          </p:cNvPr>
          <p:cNvSpPr txBox="1"/>
          <p:nvPr/>
        </p:nvSpPr>
        <p:spPr>
          <a:xfrm>
            <a:off x="1005522" y="10517188"/>
            <a:ext cx="4624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898989"/>
                </a:solidFill>
                <a:latin typeface="Calibri"/>
                <a:ea typeface="Calibri"/>
                <a:cs typeface="Calibri"/>
                <a:sym typeface="Calibri"/>
              </a:rPr>
              <a:t>*</a:t>
            </a:r>
            <a:endParaRPr sz="1400">
              <a:solidFill>
                <a:srgbClr val="000000"/>
              </a:solidFill>
              <a:latin typeface="Arial"/>
              <a:ea typeface="Arial"/>
              <a:cs typeface="Arial"/>
              <a:sym typeface="Arial"/>
            </a:endParaRPr>
          </a:p>
        </p:txBody>
      </p:sp>
      <p:sp>
        <p:nvSpPr>
          <p:cNvPr id="161" name="Google Shape;161;p19">
            <a:extLst>
              <a:ext uri="{FF2B5EF4-FFF2-40B4-BE49-F238E27FC236}">
                <a16:creationId xmlns:a16="http://schemas.microsoft.com/office/drawing/2014/main" id="{11F21A48-A354-F40D-6C46-F645F9E3841B}"/>
              </a:ext>
            </a:extLst>
          </p:cNvPr>
          <p:cNvSpPr txBox="1"/>
          <p:nvPr/>
        </p:nvSpPr>
        <p:spPr>
          <a:xfrm>
            <a:off x="6836001" y="10517188"/>
            <a:ext cx="64320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rgbClr val="898989"/>
                </a:solidFill>
                <a:latin typeface="Calibri"/>
                <a:ea typeface="Calibri"/>
                <a:cs typeface="Calibri"/>
                <a:sym typeface="Calibri"/>
              </a:rPr>
              <a:t>Department of ECE</a:t>
            </a:r>
            <a:endParaRPr sz="1400">
              <a:solidFill>
                <a:srgbClr val="000000"/>
              </a:solidFill>
              <a:latin typeface="Arial"/>
              <a:ea typeface="Arial"/>
              <a:cs typeface="Arial"/>
              <a:sym typeface="Arial"/>
            </a:endParaRPr>
          </a:p>
        </p:txBody>
      </p:sp>
      <p:sp>
        <p:nvSpPr>
          <p:cNvPr id="162" name="Google Shape;162;p19">
            <a:extLst>
              <a:ext uri="{FF2B5EF4-FFF2-40B4-BE49-F238E27FC236}">
                <a16:creationId xmlns:a16="http://schemas.microsoft.com/office/drawing/2014/main" id="{837106E6-2CE9-0152-0B55-B76DA1BEAD40}"/>
              </a:ext>
            </a:extLst>
          </p:cNvPr>
          <p:cNvSpPr txBox="1"/>
          <p:nvPr/>
        </p:nvSpPr>
        <p:spPr>
          <a:xfrm>
            <a:off x="14474515" y="10517188"/>
            <a:ext cx="4624200" cy="2772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800">
                <a:solidFill>
                  <a:srgbClr val="898989"/>
                </a:solidFill>
                <a:latin typeface="Calibri"/>
                <a:ea typeface="Calibri"/>
                <a:cs typeface="Calibri"/>
                <a:sym typeface="Calibri"/>
              </a:rPr>
              <a:t>8</a:t>
            </a:fld>
            <a:endParaRPr sz="1400">
              <a:solidFill>
                <a:srgbClr val="000000"/>
              </a:solidFill>
              <a:latin typeface="Arial"/>
              <a:ea typeface="Arial"/>
              <a:cs typeface="Arial"/>
              <a:sym typeface="Arial"/>
            </a:endParaRPr>
          </a:p>
        </p:txBody>
      </p:sp>
      <p:sp>
        <p:nvSpPr>
          <p:cNvPr id="163" name="Google Shape;163;p19">
            <a:extLst>
              <a:ext uri="{FF2B5EF4-FFF2-40B4-BE49-F238E27FC236}">
                <a16:creationId xmlns:a16="http://schemas.microsoft.com/office/drawing/2014/main" id="{591D92DB-EFC9-AC80-2346-76FA6FBB9F99}"/>
              </a:ext>
            </a:extLst>
          </p:cNvPr>
          <p:cNvSpPr txBox="1"/>
          <p:nvPr/>
        </p:nvSpPr>
        <p:spPr>
          <a:xfrm>
            <a:off x="6878861" y="654687"/>
            <a:ext cx="5702400" cy="843300"/>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en-US" sz="5400" b="1">
                <a:solidFill>
                  <a:schemeClr val="dk1"/>
                </a:solidFill>
                <a:latin typeface="Calibri"/>
                <a:ea typeface="Calibri"/>
                <a:cs typeface="Calibri"/>
                <a:sym typeface="Calibri"/>
              </a:rPr>
              <a:t>Literature Survey</a:t>
            </a:r>
            <a:endParaRPr sz="1800">
              <a:solidFill>
                <a:schemeClr val="dk1"/>
              </a:solidFill>
              <a:latin typeface="Arial"/>
              <a:ea typeface="Arial"/>
              <a:cs typeface="Arial"/>
              <a:sym typeface="Arial"/>
            </a:endParaRPr>
          </a:p>
        </p:txBody>
      </p:sp>
      <p:graphicFrame>
        <p:nvGraphicFramePr>
          <p:cNvPr id="164" name="Google Shape;164;p19">
            <a:extLst>
              <a:ext uri="{FF2B5EF4-FFF2-40B4-BE49-F238E27FC236}">
                <a16:creationId xmlns:a16="http://schemas.microsoft.com/office/drawing/2014/main" id="{0651E3C7-5F4F-8B77-5D3F-5F9FC0DFFCA4}"/>
              </a:ext>
            </a:extLst>
          </p:cNvPr>
          <p:cNvGraphicFramePr/>
          <p:nvPr>
            <p:extLst>
              <p:ext uri="{D42A27DB-BD31-4B8C-83A1-F6EECF244321}">
                <p14:modId xmlns:p14="http://schemas.microsoft.com/office/powerpoint/2010/main" val="1580859015"/>
              </p:ext>
            </p:extLst>
          </p:nvPr>
        </p:nvGraphicFramePr>
        <p:xfrm>
          <a:off x="539780" y="2210800"/>
          <a:ext cx="19024350" cy="7629867"/>
        </p:xfrm>
        <a:graphic>
          <a:graphicData uri="http://schemas.openxmlformats.org/drawingml/2006/table">
            <a:tbl>
              <a:tblPr>
                <a:noFill/>
                <a:tableStyleId>{0609906D-B0A9-4EC5-A5FE-2A6D8419C921}</a:tableStyleId>
              </a:tblPr>
              <a:tblGrid>
                <a:gridCol w="1453850">
                  <a:extLst>
                    <a:ext uri="{9D8B030D-6E8A-4147-A177-3AD203B41FA5}">
                      <a16:colId xmlns:a16="http://schemas.microsoft.com/office/drawing/2014/main" val="20000"/>
                    </a:ext>
                  </a:extLst>
                </a:gridCol>
                <a:gridCol w="7150370">
                  <a:extLst>
                    <a:ext uri="{9D8B030D-6E8A-4147-A177-3AD203B41FA5}">
                      <a16:colId xmlns:a16="http://schemas.microsoft.com/office/drawing/2014/main" val="20001"/>
                    </a:ext>
                  </a:extLst>
                </a:gridCol>
                <a:gridCol w="10420130">
                  <a:extLst>
                    <a:ext uri="{9D8B030D-6E8A-4147-A177-3AD203B41FA5}">
                      <a16:colId xmlns:a16="http://schemas.microsoft.com/office/drawing/2014/main" val="20002"/>
                    </a:ext>
                  </a:extLst>
                </a:gridCol>
              </a:tblGrid>
              <a:tr h="1869147">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err="1">
                          <a:solidFill>
                            <a:srgbClr val="FFFFFF"/>
                          </a:solidFill>
                          <a:latin typeface="Times New Roman" panose="02020603050405020304" pitchFamily="18" charset="0"/>
                          <a:ea typeface="Calibri"/>
                          <a:cs typeface="Times New Roman" panose="02020603050405020304" pitchFamily="18" charset="0"/>
                          <a:sym typeface="Calibri"/>
                        </a:rPr>
                        <a:t>Sl</a:t>
                      </a: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 No</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Paper Title, Journal Name, Year </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4600"/>
                        <a:buFont typeface="Calibri"/>
                        <a:buNone/>
                      </a:pPr>
                      <a:endPar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endParaRPr>
                    </a:p>
                    <a:p>
                      <a:pPr marL="0" marR="0" lvl="0" indent="0" algn="ctr" rtl="0">
                        <a:lnSpc>
                          <a:spcPct val="100000"/>
                        </a:lnSpc>
                        <a:spcBef>
                          <a:spcPts val="0"/>
                        </a:spcBef>
                        <a:spcAft>
                          <a:spcPts val="0"/>
                        </a:spcAft>
                        <a:buClr>
                          <a:srgbClr val="FFFFFF"/>
                        </a:buClr>
                        <a:buSzPts val="4600"/>
                        <a:buFont typeface="Calibri"/>
                        <a:buNone/>
                      </a:pPr>
                      <a:r>
                        <a:rPr lang="en-US" sz="3200" b="1" i="0" u="none" strike="noStrike" cap="none" dirty="0">
                          <a:solidFill>
                            <a:srgbClr val="FFFFFF"/>
                          </a:solidFill>
                          <a:latin typeface="Times New Roman" panose="02020603050405020304" pitchFamily="18" charset="0"/>
                          <a:ea typeface="Calibri"/>
                          <a:cs typeface="Times New Roman" panose="02020603050405020304" pitchFamily="18" charset="0"/>
                          <a:sym typeface="Calibri"/>
                        </a:rPr>
                        <a:t>Major findings / Observations</a:t>
                      </a:r>
                      <a:endParaRPr sz="3200" u="none" strike="noStrike" cap="none" dirty="0">
                        <a:latin typeface="Times New Roman" panose="02020603050405020304" pitchFamily="18" charset="0"/>
                        <a:cs typeface="Times New Roman" panose="02020603050405020304" pitchFamily="18" charset="0"/>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806688">
                <a:tc>
                  <a:txBody>
                    <a:bodyPr/>
                    <a:lstStyle/>
                    <a:p>
                      <a:pPr marL="0" marR="0" lvl="0" indent="0" algn="ctr" rtl="0">
                        <a:lnSpc>
                          <a:spcPct val="100000"/>
                        </a:lnSpc>
                        <a:spcBef>
                          <a:spcPts val="0"/>
                        </a:spcBef>
                        <a:spcAft>
                          <a:spcPts val="0"/>
                        </a:spcAft>
                        <a:buClr>
                          <a:srgbClr val="000000"/>
                        </a:buClr>
                        <a:buSzPts val="4600"/>
                        <a:buFont typeface="Calibri"/>
                        <a:buNone/>
                      </a:pPr>
                      <a:r>
                        <a:rPr lang="en-IN"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7</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Power, Performance, and Image Quality Tradeoffs in Foveated Rendering</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R. Singh, M. Huzaifa et al.</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IEEE VR Conference</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2023</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Comprehensive study of foveated rendering tradeoffs on mobile SoCs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Tracked foveated rendering achieves &gt;40% total energy reduction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Evaluated on NVIDIA Jetson showing 20× energy efficiency improvement</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Quantifies power budgets relevant to DSI controller design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Validates bandwidth savings translate to measurable power reduction</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10002"/>
                  </a:ext>
                </a:extLst>
              </a:tr>
              <a:tr h="806688">
                <a:tc>
                  <a:txBody>
                    <a:bodyPr/>
                    <a:lstStyle/>
                    <a:p>
                      <a:pPr marL="0" marR="0" lvl="0" indent="0" algn="ctr" rtl="0">
                        <a:lnSpc>
                          <a:spcPct val="100000"/>
                        </a:lnSpc>
                        <a:spcBef>
                          <a:spcPts val="0"/>
                        </a:spcBef>
                        <a:spcAft>
                          <a:spcPts val="0"/>
                        </a:spcAft>
                        <a:buClr>
                          <a:srgbClr val="000000"/>
                        </a:buClr>
                        <a:buSzPts val="4600"/>
                        <a:buFont typeface="Calibri"/>
                        <a:buNone/>
                      </a:pPr>
                      <a:r>
                        <a:rPr lang="en-IN"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8</a:t>
                      </a:r>
                      <a:endParaRPr sz="24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ASIC Flow Implementation on a 32-Bit RISC-V Processor using Cadence</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Authors: IEEE Conference Authors</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Journal: IEEE Conference</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Year: 2025</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RV32I synthesized using Genus (TSMC 45nm) — our target technology</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LEC verification using Conformal, PnR using Innovus, STA using Tempus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Demonstrates the exact Cadence tool chain used in project</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Reports gate count, timing closure, and power for 45nm implementation</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Closest comparable reference for tool flow and technology node</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3857063367"/>
                  </a:ext>
                </a:extLst>
              </a:tr>
              <a:tr h="990780">
                <a:tc>
                  <a:txBody>
                    <a:bodyPr/>
                    <a:lstStyle/>
                    <a:p>
                      <a:pPr marL="0" marR="0" lvl="0" indent="0" algn="ctr" rtl="0">
                        <a:lnSpc>
                          <a:spcPct val="10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Times New Roman"/>
                          <a:cs typeface="Times New Roman" panose="02020603050405020304" pitchFamily="18" charset="0"/>
                          <a:sym typeface="Times New Roman"/>
                        </a:rPr>
                        <a:t>9</a:t>
                      </a:r>
                      <a:endParaRPr sz="24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4600"/>
                        <a:buFont typeface="Arial"/>
                        <a:buNone/>
                        <a:tabLst/>
                        <a:defRP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MIPI Alliance, “MIPI DSI Specification v1.01.00”</a:t>
                      </a:r>
                    </a:p>
                    <a:p>
                      <a:pPr marL="0" marR="0" lvl="0" indent="0" algn="l" rtl="0">
                        <a:lnSpc>
                          <a:spcPct val="100000"/>
                        </a:lnSpc>
                        <a:spcBef>
                          <a:spcPts val="0"/>
                        </a:spcBef>
                        <a:spcAft>
                          <a:spcPts val="0"/>
                        </a:spcAft>
                        <a:buClr>
                          <a:srgbClr val="000000"/>
                        </a:buClr>
                        <a:buSzPts val="4600"/>
                        <a:buFont typeface="Arial"/>
                        <a:buNone/>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MIPI Alliance, “MIPI D-PHY Specification v1,1”</a:t>
                      </a:r>
                    </a:p>
                  </a:txBody>
                  <a:tcP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tc>
                  <a:txBody>
                    <a:bodyPr/>
                    <a:lstStyle/>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Details the Display Serial Interface protocol specifications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IN"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Describes video mode interface timing for displays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IN"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Standardizes serial interfaces for mobile display panels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Defines D-PHY physical layer for mobile devices</a:t>
                      </a:r>
                    </a:p>
                    <a:p>
                      <a:pPr marL="457200" marR="0" indent="-457200" algn="l" rtl="0">
                        <a:lnSpc>
                          <a:spcPct val="100000"/>
                        </a:lnSpc>
                        <a:spcBef>
                          <a:spcPts val="0"/>
                        </a:spcBef>
                        <a:spcAft>
                          <a:spcPts val="0"/>
                        </a:spcAft>
                        <a:buClr>
                          <a:srgbClr val="000000"/>
                        </a:buClr>
                        <a:buFont typeface="Arial" panose="020B0604020202020204" pitchFamily="34" charset="0"/>
                        <a:buChar char="•"/>
                      </a:pPr>
                      <a:r>
                        <a:rPr lang="en-US" sz="2400" b="0" i="0" u="none" strike="noStrike" cap="none" dirty="0">
                          <a:solidFill>
                            <a:srgbClr val="404040"/>
                          </a:solidFill>
                          <a:latin typeface="Times New Roman" panose="02020603050405020304" pitchFamily="18" charset="0"/>
                          <a:ea typeface="Calibri" pitchFamily="34" charset="-122"/>
                          <a:cs typeface="Times New Roman" panose="02020603050405020304" pitchFamily="18" charset="0"/>
                          <a:sym typeface="Arial"/>
                        </a:rPr>
                        <a:t>Supports high speed bitrates above one gigabit</a:t>
                      </a:r>
                    </a:p>
                  </a:txBody>
                  <a:tcP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E9EDF4"/>
                    </a:solidFill>
                  </a:tcPr>
                </a:tc>
                <a:extLst>
                  <a:ext uri="{0D108BD9-81ED-4DB2-BD59-A6C34878D82A}">
                    <a16:rowId xmlns:a16="http://schemas.microsoft.com/office/drawing/2014/main" val="4019487766"/>
                  </a:ext>
                </a:extLst>
              </a:tr>
            </a:tbl>
          </a:graphicData>
        </a:graphic>
      </p:graphicFrame>
    </p:spTree>
    <p:extLst>
      <p:ext uri="{BB962C8B-B14F-4D97-AF65-F5344CB8AC3E}">
        <p14:creationId xmlns:p14="http://schemas.microsoft.com/office/powerpoint/2010/main" val="61204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85">
          <a:extLst>
            <a:ext uri="{FF2B5EF4-FFF2-40B4-BE49-F238E27FC236}">
              <a16:creationId xmlns:a16="http://schemas.microsoft.com/office/drawing/2014/main" id="{915CF744-D95F-09EF-3F2C-4FB692CA3789}"/>
            </a:ext>
          </a:extLst>
        </p:cNvPr>
        <p:cNvGrpSpPr/>
        <p:nvPr/>
      </p:nvGrpSpPr>
      <p:grpSpPr>
        <a:xfrm>
          <a:off x="0" y="0"/>
          <a:ext cx="0" cy="0"/>
          <a:chOff x="0" y="0"/>
          <a:chExt cx="0" cy="0"/>
        </a:xfrm>
      </p:grpSpPr>
      <p:sp>
        <p:nvSpPr>
          <p:cNvPr id="286" name="Google Shape;286;p29">
            <a:extLst>
              <a:ext uri="{FF2B5EF4-FFF2-40B4-BE49-F238E27FC236}">
                <a16:creationId xmlns:a16="http://schemas.microsoft.com/office/drawing/2014/main" id="{0EAF553A-58F9-95A7-B3BD-BDA13E1DD515}"/>
              </a:ext>
            </a:extLst>
          </p:cNvPr>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7" name="Google Shape;287;p29">
            <a:extLst>
              <a:ext uri="{FF2B5EF4-FFF2-40B4-BE49-F238E27FC236}">
                <a16:creationId xmlns:a16="http://schemas.microsoft.com/office/drawing/2014/main" id="{FF7E73A1-C619-C3BF-B1D0-79E3514E37AD}"/>
              </a:ext>
            </a:extLst>
          </p:cNvPr>
          <p:cNvPicPr preferRelativeResize="0"/>
          <p:nvPr/>
        </p:nvPicPr>
        <p:blipFill rotWithShape="1">
          <a:blip r:embed="rId3">
            <a:alphaModFix/>
          </a:blip>
          <a:srcRect/>
          <a:stretch/>
        </p:blipFill>
        <p:spPr>
          <a:xfrm>
            <a:off x="0" y="-16450"/>
            <a:ext cx="20104100" cy="11309350"/>
          </a:xfrm>
          <a:prstGeom prst="rect">
            <a:avLst/>
          </a:prstGeom>
          <a:noFill/>
          <a:ln>
            <a:noFill/>
          </a:ln>
        </p:spPr>
      </p:pic>
      <p:sp>
        <p:nvSpPr>
          <p:cNvPr id="288" name="Google Shape;288;p29">
            <a:extLst>
              <a:ext uri="{FF2B5EF4-FFF2-40B4-BE49-F238E27FC236}">
                <a16:creationId xmlns:a16="http://schemas.microsoft.com/office/drawing/2014/main" id="{F4C46FAD-4B48-A0C9-C210-AEE4819BD5CD}"/>
              </a:ext>
            </a:extLst>
          </p:cNvPr>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9" name="Google Shape;289;p29">
            <a:extLst>
              <a:ext uri="{FF2B5EF4-FFF2-40B4-BE49-F238E27FC236}">
                <a16:creationId xmlns:a16="http://schemas.microsoft.com/office/drawing/2014/main" id="{4FCBDEEC-531F-19CF-7418-E01097A42CBB}"/>
              </a:ext>
            </a:extLst>
          </p:cNvPr>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0" name="Google Shape;290;p29">
            <a:extLst>
              <a:ext uri="{FF2B5EF4-FFF2-40B4-BE49-F238E27FC236}">
                <a16:creationId xmlns:a16="http://schemas.microsoft.com/office/drawing/2014/main" id="{A22D7C9E-C683-A0C3-0DA3-32B8AF231B63}"/>
              </a:ext>
            </a:extLst>
          </p:cNvPr>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dirty="0">
                <a:solidFill>
                  <a:srgbClr val="898989"/>
                </a:solidFill>
                <a:latin typeface="Calibri"/>
                <a:ea typeface="Calibri"/>
                <a:cs typeface="Calibri"/>
                <a:sym typeface="Calibri"/>
              </a:rPr>
              <a:t>*</a:t>
            </a:r>
            <a:endParaRPr sz="1400" b="0" i="0" u="none" strike="noStrike" cap="none" dirty="0">
              <a:solidFill>
                <a:srgbClr val="000000"/>
              </a:solidFill>
              <a:latin typeface="Arial"/>
              <a:ea typeface="Arial"/>
              <a:cs typeface="Arial"/>
              <a:sym typeface="Arial"/>
            </a:endParaRPr>
          </a:p>
        </p:txBody>
      </p:sp>
      <p:sp>
        <p:nvSpPr>
          <p:cNvPr id="291" name="Google Shape;291;p29">
            <a:extLst>
              <a:ext uri="{FF2B5EF4-FFF2-40B4-BE49-F238E27FC236}">
                <a16:creationId xmlns:a16="http://schemas.microsoft.com/office/drawing/2014/main" id="{5755C6CB-4E00-3D39-F8DC-92D975B51F9D}"/>
              </a:ext>
            </a:extLst>
          </p:cNvPr>
          <p:cNvSpPr txBox="1"/>
          <p:nvPr/>
        </p:nvSpPr>
        <p:spPr>
          <a:xfrm>
            <a:off x="6835775" y="10517187"/>
            <a:ext cx="64326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strike="noStrike" cap="none" dirty="0">
                <a:solidFill>
                  <a:srgbClr val="898989"/>
                </a:solidFill>
                <a:latin typeface="Calibri"/>
                <a:ea typeface="Calibri"/>
                <a:cs typeface="Calibri"/>
                <a:sym typeface="Calibri"/>
              </a:rPr>
              <a:t>Department of ECE</a:t>
            </a:r>
            <a:endParaRPr sz="1400" b="0" i="0" u="none" strike="noStrike" cap="none" dirty="0">
              <a:solidFill>
                <a:srgbClr val="000000"/>
              </a:solidFill>
              <a:latin typeface="Arial"/>
              <a:ea typeface="Arial"/>
              <a:cs typeface="Arial"/>
              <a:sym typeface="Arial"/>
            </a:endParaRPr>
          </a:p>
        </p:txBody>
      </p:sp>
      <p:sp>
        <p:nvSpPr>
          <p:cNvPr id="292" name="Google Shape;292;p29">
            <a:extLst>
              <a:ext uri="{FF2B5EF4-FFF2-40B4-BE49-F238E27FC236}">
                <a16:creationId xmlns:a16="http://schemas.microsoft.com/office/drawing/2014/main" id="{EC33E814-AEA4-509D-D271-749D390AAA1A}"/>
              </a:ext>
            </a:extLst>
          </p:cNvPr>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9</a:t>
            </a:fld>
            <a:endParaRPr sz="1400" b="0" i="0" u="none" strike="noStrike" cap="none">
              <a:solidFill>
                <a:srgbClr val="000000"/>
              </a:solidFill>
              <a:latin typeface="Arial"/>
              <a:ea typeface="Arial"/>
              <a:cs typeface="Arial"/>
              <a:sym typeface="Arial"/>
            </a:endParaRPr>
          </a:p>
        </p:txBody>
      </p:sp>
      <p:sp>
        <p:nvSpPr>
          <p:cNvPr id="293" name="Google Shape;293;p29">
            <a:extLst>
              <a:ext uri="{FF2B5EF4-FFF2-40B4-BE49-F238E27FC236}">
                <a16:creationId xmlns:a16="http://schemas.microsoft.com/office/drawing/2014/main" id="{868AF7B1-4E9E-34F2-898D-145683978013}"/>
              </a:ext>
            </a:extLst>
          </p:cNvPr>
          <p:cNvSpPr txBox="1"/>
          <p:nvPr/>
        </p:nvSpPr>
        <p:spPr>
          <a:xfrm>
            <a:off x="2762250" y="1962150"/>
            <a:ext cx="10242550" cy="84455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chemeClr val="dk1"/>
              </a:buClr>
              <a:buSzPts val="5400"/>
              <a:buFont typeface="Calibri"/>
              <a:buNone/>
            </a:pPr>
            <a:r>
              <a:rPr lang="en-US" sz="5400" b="1" i="0" u="none" strike="noStrike" cap="none">
                <a:solidFill>
                  <a:schemeClr val="dk1"/>
                </a:solidFill>
                <a:latin typeface="Calibri"/>
                <a:ea typeface="Calibri"/>
                <a:cs typeface="Calibri"/>
                <a:sym typeface="Calibri"/>
              </a:rPr>
              <a:t>Problem Statement</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44785559-133C-8526-30DD-848231580924}"/>
              </a:ext>
            </a:extLst>
          </p:cNvPr>
          <p:cNvSpPr txBox="1"/>
          <p:nvPr/>
        </p:nvSpPr>
        <p:spPr>
          <a:xfrm>
            <a:off x="1346496" y="2999190"/>
            <a:ext cx="17260160" cy="5016758"/>
          </a:xfrm>
          <a:prstGeom prst="rect">
            <a:avLst/>
          </a:prstGeom>
          <a:noFill/>
        </p:spPr>
        <p:txBody>
          <a:bodyPr wrap="square" rtlCol="0">
            <a:spAutoFit/>
          </a:bodyPr>
          <a:lstStyle/>
          <a:p>
            <a:pPr marL="45720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In modern VR/AR head-mounted displays, where 4K+ resolution at 90-120 Hz per eye generates large raw pixel data which needs excessive display interface bandwidth demand. Conventional MIPI DSI host controllers transmit all pixels at uniform quality, wasting bandwidth on peripheral regions that the human visual system cannot resolve. </a:t>
            </a:r>
          </a:p>
          <a:p>
            <a:pPr marL="457200" indent="-457200" eaLnBrk="0" fontAlgn="base" hangingPunct="0">
              <a:spcBef>
                <a:spcPct val="0"/>
              </a:spcBef>
              <a:spcAft>
                <a:spcPct val="0"/>
              </a:spcAft>
              <a:buClrTx/>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Existing foveated rendering implementations operate entirely in the GPU software domain, with no optimization at the display interface level. No published academic work combines MIPI DSI host controller design with foveated-rendering-aware bandwidth optimization. Hence, bandwidth-efficient MIPI DSI host controller architecture with a novel foveated region mapper implementing gaze-contingent pixel format adaptation (RGB888/RGB666/RGB565) across three quality tiers to achieve DSI link bandwidth reduction while maintaining full visual quality in the foveal region.</a:t>
            </a:r>
          </a:p>
        </p:txBody>
      </p:sp>
    </p:spTree>
    <p:extLst>
      <p:ext uri="{BB962C8B-B14F-4D97-AF65-F5344CB8AC3E}">
        <p14:creationId xmlns:p14="http://schemas.microsoft.com/office/powerpoint/2010/main" val="3627378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0"/>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00" name="Google Shape;300;p30"/>
          <p:cNvPicPr preferRelativeResize="0"/>
          <p:nvPr/>
        </p:nvPicPr>
        <p:blipFill rotWithShape="1">
          <a:blip r:embed="rId3">
            <a:alphaModFix/>
          </a:blip>
          <a:srcRect/>
          <a:stretch/>
        </p:blipFill>
        <p:spPr>
          <a:xfrm>
            <a:off x="0" y="-16450"/>
            <a:ext cx="20104100" cy="11309350"/>
          </a:xfrm>
          <a:prstGeom prst="rect">
            <a:avLst/>
          </a:prstGeom>
          <a:noFill/>
          <a:ln>
            <a:noFill/>
          </a:ln>
        </p:spPr>
      </p:pic>
      <p:sp>
        <p:nvSpPr>
          <p:cNvPr id="301" name="Google Shape;301;p30"/>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2" name="Google Shape;302;p30"/>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3" name="Google Shape;303;p30"/>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304" name="Google Shape;304;p30"/>
          <p:cNvSpPr txBox="1"/>
          <p:nvPr/>
        </p:nvSpPr>
        <p:spPr>
          <a:xfrm>
            <a:off x="6835775" y="10517187"/>
            <a:ext cx="64326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strike="noStrike" cap="none" dirty="0">
                <a:solidFill>
                  <a:srgbClr val="898989"/>
                </a:solidFill>
                <a:latin typeface="Calibri"/>
                <a:ea typeface="Calibri"/>
                <a:cs typeface="Calibri"/>
                <a:sym typeface="Calibri"/>
              </a:rPr>
              <a:t>Department of ECE</a:t>
            </a:r>
            <a:endParaRPr sz="1400" b="0" i="0" u="none" strike="noStrike" cap="none" dirty="0">
              <a:solidFill>
                <a:srgbClr val="000000"/>
              </a:solidFill>
              <a:latin typeface="Arial"/>
              <a:ea typeface="Arial"/>
              <a:cs typeface="Arial"/>
              <a:sym typeface="Arial"/>
            </a:endParaRPr>
          </a:p>
        </p:txBody>
      </p:sp>
      <p:sp>
        <p:nvSpPr>
          <p:cNvPr id="305" name="Google Shape;305;p30"/>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10</a:t>
            </a:fld>
            <a:endParaRPr sz="1400" b="0" i="0" u="none" strike="noStrike" cap="none" dirty="0">
              <a:solidFill>
                <a:srgbClr val="000000"/>
              </a:solidFill>
              <a:latin typeface="Arial"/>
              <a:ea typeface="Arial"/>
              <a:cs typeface="Arial"/>
              <a:sym typeface="Arial"/>
            </a:endParaRPr>
          </a:p>
        </p:txBody>
      </p:sp>
      <p:sp>
        <p:nvSpPr>
          <p:cNvPr id="306" name="Google Shape;306;p30"/>
          <p:cNvSpPr txBox="1"/>
          <p:nvPr/>
        </p:nvSpPr>
        <p:spPr>
          <a:xfrm>
            <a:off x="2762250" y="1962150"/>
            <a:ext cx="10242550" cy="84455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chemeClr val="dk1"/>
              </a:buClr>
              <a:buSzPts val="5400"/>
              <a:buFont typeface="Calibri"/>
              <a:buNone/>
            </a:pPr>
            <a:r>
              <a:rPr lang="en-US" sz="5400" b="1" i="0" u="none" strike="noStrike" cap="none" dirty="0">
                <a:solidFill>
                  <a:schemeClr val="dk1"/>
                </a:solidFill>
                <a:latin typeface="Calibri"/>
                <a:ea typeface="Calibri"/>
                <a:cs typeface="Calibri"/>
                <a:sym typeface="Calibri"/>
              </a:rPr>
              <a:t>Objectives of the Project</a:t>
            </a:r>
            <a:endParaRPr sz="14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2F87AE52-0D9B-8432-1EA9-10E130E3DB30}"/>
              </a:ext>
            </a:extLst>
          </p:cNvPr>
          <p:cNvSpPr txBox="1"/>
          <p:nvPr/>
        </p:nvSpPr>
        <p:spPr>
          <a:xfrm>
            <a:off x="1342160" y="3034823"/>
            <a:ext cx="16344900" cy="5509200"/>
          </a:xfrm>
          <a:prstGeom prst="rect">
            <a:avLst/>
          </a:prstGeom>
          <a:noFill/>
        </p:spPr>
        <p:txBody>
          <a:bodyPr wrap="square" rtlCol="0">
            <a:spAutoFit/>
          </a:bodyPr>
          <a:lstStyle/>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To design and implement a MIPI DSI v1.3-compliant Host Controller, supporting 1-4 data lane D-PHY interface with Video Mode operation, ECC-protected packet headers, CRC-protected payloads, and configurable timing parameters, targeting 200 MHz operation</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To integrate a Foveated Region Mapper module that computes and assigns each pixel to one of three quality tiers (Foveal-RGB888, Mid-RGB666, Outer-RGB565), achieving DSI link bandwidth reduction through gaze-contingent pixel format adaptation.</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To perform Functional Verification on the design and to define UPF power intent with 3 power domains (Always-On, DSI Core, Foveation), isolation cells, and retention registers.</a:t>
            </a:r>
          </a:p>
          <a:p>
            <a:pPr marL="457200" indent="-457200" eaLnBrk="0" fontAlgn="base" hangingPunct="0">
              <a:spcBef>
                <a:spcPct val="0"/>
              </a:spcBef>
              <a:spcAft>
                <a:spcPct val="0"/>
              </a:spcAft>
              <a:buClrTx/>
              <a:buSzPct val="100000"/>
              <a:buFont typeface="Arial" panose="020B0604020202020204" pitchFamily="34" charset="0"/>
              <a:buChar char="•"/>
            </a:pPr>
            <a:r>
              <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rPr>
              <a:t>To execute the complete RTL-to-GDS-II physical design flow using Cadence Genus (synthesis with UPF), Conformal (LEC), Innovus and Tempus, achieving timing closure with DRC &amp; LVS clean GDS-II output.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txBox="1"/>
          <p:nvPr/>
        </p:nvSpPr>
        <p:spPr>
          <a:xfrm>
            <a:off x="-100" y="-25"/>
            <a:ext cx="20104200" cy="11309400"/>
          </a:xfrm>
          <a:prstGeom prst="rect">
            <a:avLst/>
          </a:prstGeom>
          <a:solidFill>
            <a:schemeClr val="lt1">
              <a:alpha val="97647"/>
            </a:schemeClr>
          </a:solid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39" name="Google Shape;339;p33"/>
          <p:cNvPicPr preferRelativeResize="0"/>
          <p:nvPr/>
        </p:nvPicPr>
        <p:blipFill rotWithShape="1">
          <a:blip r:embed="rId3">
            <a:alphaModFix/>
          </a:blip>
          <a:srcRect/>
          <a:stretch/>
        </p:blipFill>
        <p:spPr>
          <a:xfrm>
            <a:off x="0" y="-16450"/>
            <a:ext cx="20104100" cy="11309350"/>
          </a:xfrm>
          <a:prstGeom prst="rect">
            <a:avLst/>
          </a:prstGeom>
          <a:noFill/>
          <a:ln>
            <a:noFill/>
          </a:ln>
        </p:spPr>
      </p:pic>
      <p:sp>
        <p:nvSpPr>
          <p:cNvPr id="340" name="Google Shape;340;p33"/>
          <p:cNvSpPr/>
          <p:nvPr/>
        </p:nvSpPr>
        <p:spPr>
          <a:xfrm>
            <a:off x="2982912" y="712787"/>
            <a:ext cx="57220"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33"/>
          <p:cNvSpPr/>
          <p:nvPr/>
        </p:nvSpPr>
        <p:spPr>
          <a:xfrm>
            <a:off x="2998787" y="725487"/>
            <a:ext cx="25400" cy="31750"/>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2" name="Google Shape;342;p33"/>
          <p:cNvSpPr txBox="1"/>
          <p:nvPr/>
        </p:nvSpPr>
        <p:spPr>
          <a:xfrm>
            <a:off x="1004887" y="10517187"/>
            <a:ext cx="46245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
        <p:nvSpPr>
          <p:cNvPr id="343" name="Google Shape;343;p33"/>
          <p:cNvSpPr txBox="1"/>
          <p:nvPr/>
        </p:nvSpPr>
        <p:spPr>
          <a:xfrm>
            <a:off x="6835775" y="10517187"/>
            <a:ext cx="64326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898989"/>
              </a:buClr>
              <a:buSzPts val="1800"/>
              <a:buFont typeface="Calibri"/>
              <a:buNone/>
            </a:pPr>
            <a:r>
              <a:rPr lang="en-US" sz="1800" b="0" i="0" u="none" strike="noStrike" cap="none">
                <a:solidFill>
                  <a:srgbClr val="898989"/>
                </a:solidFill>
                <a:latin typeface="Calibri"/>
                <a:ea typeface="Calibri"/>
                <a:cs typeface="Calibri"/>
                <a:sym typeface="Calibri"/>
              </a:rPr>
              <a:t>Department of ECE</a:t>
            </a:r>
            <a:endParaRPr sz="1400" b="0" i="0" u="none" strike="noStrike" cap="none">
              <a:solidFill>
                <a:srgbClr val="000000"/>
              </a:solidFill>
              <a:latin typeface="Arial"/>
              <a:ea typeface="Arial"/>
              <a:cs typeface="Arial"/>
              <a:sym typeface="Arial"/>
            </a:endParaRPr>
          </a:p>
        </p:txBody>
      </p:sp>
      <p:sp>
        <p:nvSpPr>
          <p:cNvPr id="344" name="Google Shape;344;p33"/>
          <p:cNvSpPr txBox="1"/>
          <p:nvPr/>
        </p:nvSpPr>
        <p:spPr>
          <a:xfrm>
            <a:off x="14474825" y="10517187"/>
            <a:ext cx="4624500" cy="2772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898989"/>
              </a:buClr>
              <a:buSzPts val="1800"/>
              <a:buFont typeface="Calibri"/>
              <a:buNone/>
            </a:pPr>
            <a:fld id="{00000000-1234-1234-1234-123412341234}" type="slidenum">
              <a:rPr lang="en-US" sz="1800" b="0" i="0" u="none" strike="noStrike" cap="none">
                <a:solidFill>
                  <a:srgbClr val="898989"/>
                </a:solidFill>
                <a:latin typeface="Calibri"/>
                <a:ea typeface="Calibri"/>
                <a:cs typeface="Calibri"/>
                <a:sym typeface="Calibri"/>
              </a:rPr>
              <a:t>11</a:t>
            </a:fld>
            <a:endParaRPr sz="1400" b="0" i="0" u="none" strike="noStrike" cap="none">
              <a:solidFill>
                <a:srgbClr val="000000"/>
              </a:solidFill>
              <a:latin typeface="Arial"/>
              <a:ea typeface="Arial"/>
              <a:cs typeface="Arial"/>
              <a:sym typeface="Arial"/>
            </a:endParaRPr>
          </a:p>
        </p:txBody>
      </p:sp>
      <p:sp>
        <p:nvSpPr>
          <p:cNvPr id="345" name="Google Shape;345;p33"/>
          <p:cNvSpPr txBox="1"/>
          <p:nvPr/>
        </p:nvSpPr>
        <p:spPr>
          <a:xfrm>
            <a:off x="3040132" y="1482679"/>
            <a:ext cx="15150886" cy="843164"/>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chemeClr val="dk1"/>
              </a:buClr>
              <a:buSzPts val="5400"/>
              <a:buFont typeface="Calibri"/>
              <a:buNone/>
            </a:pPr>
            <a:r>
              <a:rPr lang="en-US" sz="5400" b="1" i="0" u="none" strike="noStrike" cap="none" dirty="0">
                <a:solidFill>
                  <a:schemeClr val="dk1"/>
                </a:solidFill>
                <a:latin typeface="Calibri"/>
                <a:ea typeface="Calibri"/>
                <a:cs typeface="Calibri"/>
                <a:sym typeface="Calibri"/>
              </a:rPr>
              <a:t>Design Methodology – MIPI DSI Host Controller </a:t>
            </a:r>
            <a:endParaRPr sz="1400" b="0"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56D163E8-3B36-4A9C-6680-8FE433715346}"/>
              </a:ext>
            </a:extLst>
          </p:cNvPr>
          <p:cNvPicPr>
            <a:picLocks noChangeAspect="1"/>
          </p:cNvPicPr>
          <p:nvPr/>
        </p:nvPicPr>
        <p:blipFill>
          <a:blip r:embed="rId4"/>
          <a:stretch>
            <a:fillRect/>
          </a:stretch>
        </p:blipFill>
        <p:spPr>
          <a:xfrm>
            <a:off x="4028265" y="2692004"/>
            <a:ext cx="12047468" cy="6931239"/>
          </a:xfrm>
          <a:prstGeom prst="rect">
            <a:avLst/>
          </a:prstGeom>
        </p:spPr>
      </p:pic>
      <p:sp>
        <p:nvSpPr>
          <p:cNvPr id="5" name="TextBox 4">
            <a:extLst>
              <a:ext uri="{FF2B5EF4-FFF2-40B4-BE49-F238E27FC236}">
                <a16:creationId xmlns:a16="http://schemas.microsoft.com/office/drawing/2014/main" id="{ACD175E3-679D-5918-1DD7-51586433ADFB}"/>
              </a:ext>
            </a:extLst>
          </p:cNvPr>
          <p:cNvSpPr txBox="1"/>
          <p:nvPr/>
        </p:nvSpPr>
        <p:spPr>
          <a:xfrm>
            <a:off x="6093223" y="9870160"/>
            <a:ext cx="7917552" cy="400110"/>
          </a:xfrm>
          <a:prstGeom prst="rect">
            <a:avLst/>
          </a:prstGeom>
          <a:noFill/>
        </p:spPr>
        <p:txBody>
          <a:bodyPr wrap="none" rtlCol="0">
            <a:spAutoFit/>
          </a:bodyPr>
          <a:lstStyle/>
          <a:p>
            <a:r>
              <a:rPr lang="en-IN" sz="2000" b="1" dirty="0">
                <a:latin typeface="Calibri" panose="020F0502020204030204" pitchFamily="34" charset="0"/>
                <a:ea typeface="Calibri" panose="020F0502020204030204" pitchFamily="34" charset="0"/>
                <a:cs typeface="Calibri" panose="020F0502020204030204" pitchFamily="34" charset="0"/>
              </a:rPr>
              <a:t>System Architecture – 7 Module Pipeline for Foveated Rendering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37"/>
          <p:cNvSpPr txBox="1"/>
          <p:nvPr/>
        </p:nvSpPr>
        <p:spPr>
          <a:xfrm>
            <a:off x="605" y="-25"/>
            <a:ext cx="20102700" cy="11309400"/>
          </a:xfrm>
          <a:prstGeom prst="rect">
            <a:avLst/>
          </a:prstGeom>
          <a:solidFill>
            <a:schemeClr val="lt1">
              <a:alpha val="97650"/>
            </a:schemeClr>
          </a:solidFill>
          <a:ln w="76200" cap="flat" cmpd="sng">
            <a:solidFill>
              <a:schemeClr val="dk1"/>
            </a:solidFill>
            <a:prstDash val="solid"/>
            <a:miter lim="800000"/>
            <a:headEnd type="none" w="sm" len="sm"/>
            <a:tailEnd type="none" w="sm" len="sm"/>
          </a:ln>
        </p:spPr>
        <p:txBody>
          <a:bodyPr spcFirstLastPara="1" wrap="square" lIns="91400" tIns="45675" rIns="91400" bIns="4567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01" name="Google Shape;401;p37"/>
          <p:cNvPicPr preferRelativeResize="0"/>
          <p:nvPr/>
        </p:nvPicPr>
        <p:blipFill rotWithShape="1">
          <a:blip r:embed="rId3">
            <a:alphaModFix/>
          </a:blip>
          <a:srcRect/>
          <a:stretch/>
        </p:blipFill>
        <p:spPr>
          <a:xfrm>
            <a:off x="1412" y="794"/>
            <a:ext cx="20102688" cy="11308556"/>
          </a:xfrm>
          <a:prstGeom prst="rect">
            <a:avLst/>
          </a:prstGeom>
          <a:noFill/>
          <a:ln>
            <a:noFill/>
          </a:ln>
        </p:spPr>
      </p:pic>
      <p:sp>
        <p:nvSpPr>
          <p:cNvPr id="402" name="Google Shape;402;p37"/>
          <p:cNvSpPr/>
          <p:nvPr/>
        </p:nvSpPr>
        <p:spPr>
          <a:xfrm>
            <a:off x="2983408" y="712788"/>
            <a:ext cx="57362"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37"/>
          <p:cNvSpPr/>
          <p:nvPr/>
        </p:nvSpPr>
        <p:spPr>
          <a:xfrm>
            <a:off x="2999282" y="725487"/>
            <a:ext cx="25463" cy="31829"/>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37"/>
          <p:cNvSpPr txBox="1"/>
          <p:nvPr/>
        </p:nvSpPr>
        <p:spPr>
          <a:xfrm>
            <a:off x="1005522" y="10517188"/>
            <a:ext cx="4624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898989"/>
                </a:solidFill>
                <a:latin typeface="Calibri"/>
                <a:ea typeface="Calibri"/>
                <a:cs typeface="Calibri"/>
                <a:sym typeface="Calibri"/>
              </a:rPr>
              <a:t>*</a:t>
            </a:r>
            <a:endParaRPr sz="1400">
              <a:solidFill>
                <a:srgbClr val="000000"/>
              </a:solidFill>
              <a:latin typeface="Arial"/>
              <a:ea typeface="Arial"/>
              <a:cs typeface="Arial"/>
              <a:sym typeface="Arial"/>
            </a:endParaRPr>
          </a:p>
        </p:txBody>
      </p:sp>
      <p:sp>
        <p:nvSpPr>
          <p:cNvPr id="405" name="Google Shape;405;p37"/>
          <p:cNvSpPr txBox="1"/>
          <p:nvPr/>
        </p:nvSpPr>
        <p:spPr>
          <a:xfrm>
            <a:off x="6836001" y="10517188"/>
            <a:ext cx="64320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rgbClr val="898989"/>
                </a:solidFill>
                <a:latin typeface="Calibri"/>
                <a:ea typeface="Calibri"/>
                <a:cs typeface="Calibri"/>
                <a:sym typeface="Calibri"/>
              </a:rPr>
              <a:t>Department of ECE</a:t>
            </a:r>
            <a:endParaRPr sz="1400">
              <a:solidFill>
                <a:srgbClr val="000000"/>
              </a:solidFill>
              <a:latin typeface="Arial"/>
              <a:ea typeface="Arial"/>
              <a:cs typeface="Arial"/>
              <a:sym typeface="Arial"/>
            </a:endParaRPr>
          </a:p>
        </p:txBody>
      </p:sp>
      <p:sp>
        <p:nvSpPr>
          <p:cNvPr id="406" name="Google Shape;406;p37"/>
          <p:cNvSpPr txBox="1"/>
          <p:nvPr/>
        </p:nvSpPr>
        <p:spPr>
          <a:xfrm>
            <a:off x="14474515" y="10517188"/>
            <a:ext cx="4624200" cy="2772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800">
                <a:solidFill>
                  <a:srgbClr val="898989"/>
                </a:solidFill>
                <a:latin typeface="Calibri"/>
                <a:ea typeface="Calibri"/>
                <a:cs typeface="Calibri"/>
                <a:sym typeface="Calibri"/>
              </a:rPr>
              <a:t>12</a:t>
            </a:fld>
            <a:endParaRPr sz="1400">
              <a:solidFill>
                <a:srgbClr val="000000"/>
              </a:solidFill>
              <a:latin typeface="Arial"/>
              <a:ea typeface="Arial"/>
              <a:cs typeface="Arial"/>
              <a:sym typeface="Arial"/>
            </a:endParaRPr>
          </a:p>
        </p:txBody>
      </p:sp>
      <p:sp>
        <p:nvSpPr>
          <p:cNvPr id="407" name="Google Shape;407;p37"/>
          <p:cNvSpPr txBox="1"/>
          <p:nvPr/>
        </p:nvSpPr>
        <p:spPr>
          <a:xfrm>
            <a:off x="8231196" y="354368"/>
            <a:ext cx="3140400" cy="891000"/>
          </a:xfrm>
          <a:prstGeom prst="rect">
            <a:avLst/>
          </a:prstGeom>
          <a:noFill/>
          <a:ln>
            <a:noFill/>
          </a:ln>
        </p:spPr>
        <p:txBody>
          <a:bodyPr spcFirstLastPara="1" wrap="square" lIns="150750" tIns="75350" rIns="150750" bIns="75350" anchor="t" anchorCtr="0">
            <a:spAutoFit/>
          </a:bodyPr>
          <a:lstStyle/>
          <a:p>
            <a:pPr marL="12700" marR="0" lvl="0" indent="0" algn="l" rtl="0">
              <a:spcBef>
                <a:spcPts val="0"/>
              </a:spcBef>
              <a:spcAft>
                <a:spcPts val="0"/>
              </a:spcAft>
              <a:buNone/>
            </a:pPr>
            <a:r>
              <a:rPr lang="en-US" sz="4800" b="1">
                <a:solidFill>
                  <a:schemeClr val="dk1"/>
                </a:solidFill>
                <a:latin typeface="Calibri"/>
                <a:ea typeface="Calibri"/>
                <a:cs typeface="Calibri"/>
                <a:sym typeface="Calibri"/>
              </a:rPr>
              <a:t>References</a:t>
            </a:r>
            <a:endParaRPr sz="4800">
              <a:solidFill>
                <a:schemeClr val="dk1"/>
              </a:solidFill>
              <a:latin typeface="Arial"/>
              <a:ea typeface="Arial"/>
              <a:cs typeface="Arial"/>
              <a:sym typeface="Arial"/>
            </a:endParaRPr>
          </a:p>
        </p:txBody>
      </p:sp>
      <p:graphicFrame>
        <p:nvGraphicFramePr>
          <p:cNvPr id="408" name="Google Shape;408;p37"/>
          <p:cNvGraphicFramePr/>
          <p:nvPr>
            <p:extLst>
              <p:ext uri="{D42A27DB-BD31-4B8C-83A1-F6EECF244321}">
                <p14:modId xmlns:p14="http://schemas.microsoft.com/office/powerpoint/2010/main" val="1275510300"/>
              </p:ext>
            </p:extLst>
          </p:nvPr>
        </p:nvGraphicFramePr>
        <p:xfrm>
          <a:off x="1116719" y="2150149"/>
          <a:ext cx="18538775" cy="8229490"/>
        </p:xfrm>
        <a:graphic>
          <a:graphicData uri="http://schemas.openxmlformats.org/drawingml/2006/table">
            <a:tbl>
              <a:tblPr>
                <a:noFill/>
                <a:tableStyleId>{0609906D-B0A9-4EC5-A5FE-2A6D8419C921}</a:tableStyleId>
              </a:tblPr>
              <a:tblGrid>
                <a:gridCol w="1064450">
                  <a:extLst>
                    <a:ext uri="{9D8B030D-6E8A-4147-A177-3AD203B41FA5}">
                      <a16:colId xmlns:a16="http://schemas.microsoft.com/office/drawing/2014/main" val="20000"/>
                    </a:ext>
                  </a:extLst>
                </a:gridCol>
                <a:gridCol w="15860500">
                  <a:extLst>
                    <a:ext uri="{9D8B030D-6E8A-4147-A177-3AD203B41FA5}">
                      <a16:colId xmlns:a16="http://schemas.microsoft.com/office/drawing/2014/main" val="20001"/>
                    </a:ext>
                  </a:extLst>
                </a:gridCol>
                <a:gridCol w="1613825">
                  <a:extLst>
                    <a:ext uri="{9D8B030D-6E8A-4147-A177-3AD203B41FA5}">
                      <a16:colId xmlns:a16="http://schemas.microsoft.com/office/drawing/2014/main" val="20002"/>
                    </a:ext>
                  </a:extLst>
                </a:gridCol>
              </a:tblGrid>
              <a:tr h="745134">
                <a:tc>
                  <a:txBody>
                    <a:bodyPr/>
                    <a:lstStyle/>
                    <a:p>
                      <a:pPr marL="0" marR="0" lvl="0" indent="0" algn="l" rtl="0">
                        <a:lnSpc>
                          <a:spcPct val="150000"/>
                        </a:lnSpc>
                        <a:spcBef>
                          <a:spcPts val="0"/>
                        </a:spcBef>
                        <a:spcAft>
                          <a:spcPts val="0"/>
                        </a:spcAft>
                        <a:buClr>
                          <a:srgbClr val="FFFFFF"/>
                        </a:buClr>
                        <a:buSzPts val="4600"/>
                        <a:buFont typeface="Calibri"/>
                        <a:buNone/>
                      </a:pPr>
                      <a:r>
                        <a:rPr lang="en-US" sz="2800" b="1" i="0" u="none" strike="noStrike" cap="none" dirty="0" err="1">
                          <a:solidFill>
                            <a:srgbClr val="FFFFFF"/>
                          </a:solidFill>
                          <a:latin typeface="Calibri"/>
                          <a:ea typeface="Calibri"/>
                          <a:cs typeface="Calibri"/>
                          <a:sym typeface="Calibri"/>
                        </a:rPr>
                        <a:t>Sl</a:t>
                      </a:r>
                      <a:r>
                        <a:rPr lang="en-US" sz="2800" b="1" i="0" u="none" strike="noStrike" cap="none" dirty="0">
                          <a:solidFill>
                            <a:srgbClr val="FFFFFF"/>
                          </a:solidFill>
                          <a:latin typeface="Calibri"/>
                          <a:ea typeface="Calibri"/>
                          <a:cs typeface="Calibri"/>
                          <a:sym typeface="Calibri"/>
                        </a:rPr>
                        <a:t> No</a:t>
                      </a:r>
                      <a:endParaRPr sz="1800" u="none" strike="noStrike" cap="none" dirty="0"/>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50000"/>
                        </a:lnSpc>
                        <a:spcBef>
                          <a:spcPts val="0"/>
                        </a:spcBef>
                        <a:spcAft>
                          <a:spcPts val="0"/>
                        </a:spcAft>
                        <a:buClr>
                          <a:srgbClr val="FFFFFF"/>
                        </a:buClr>
                        <a:buSzPts val="4600"/>
                        <a:buFont typeface="Calibri"/>
                        <a:buNone/>
                      </a:pPr>
                      <a:r>
                        <a:rPr lang="en-US" sz="2800" b="1" i="0" u="none" strike="noStrike" cap="none" dirty="0">
                          <a:solidFill>
                            <a:srgbClr val="FFFFFF"/>
                          </a:solidFill>
                          <a:latin typeface="Calibri"/>
                          <a:ea typeface="Calibri"/>
                          <a:cs typeface="Calibri"/>
                          <a:sym typeface="Calibri"/>
                        </a:rPr>
                        <a:t>Author, Title of paper, Journal</a:t>
                      </a:r>
                      <a:endParaRPr sz="1800" u="none" strike="noStrike" cap="none" dirty="0"/>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50000"/>
                        </a:lnSpc>
                        <a:spcBef>
                          <a:spcPts val="0"/>
                        </a:spcBef>
                        <a:spcAft>
                          <a:spcPts val="0"/>
                        </a:spcAft>
                        <a:buClr>
                          <a:srgbClr val="FFFFFF"/>
                        </a:buClr>
                        <a:buSzPts val="4600"/>
                        <a:buFont typeface="Calibri"/>
                        <a:buNone/>
                      </a:pPr>
                      <a:r>
                        <a:rPr lang="en-US" sz="2800" b="1" i="0" u="none" strike="noStrike" cap="none">
                          <a:solidFill>
                            <a:srgbClr val="FFFFFF"/>
                          </a:solidFill>
                          <a:latin typeface="Calibri"/>
                          <a:ea typeface="Calibri"/>
                          <a:cs typeface="Calibri"/>
                          <a:sym typeface="Calibri"/>
                        </a:rPr>
                        <a:t>Year</a:t>
                      </a:r>
                      <a:endParaRPr sz="1800" u="none" strike="noStrike" cap="none"/>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65200">
                <a:tc>
                  <a:txBody>
                    <a:bodyPr/>
                    <a:lstStyle/>
                    <a:p>
                      <a:pPr marL="0" marR="0" lvl="0" indent="0" algn="ctr" rtl="0">
                        <a:lnSpc>
                          <a:spcPct val="150000"/>
                        </a:lnSpc>
                        <a:spcBef>
                          <a:spcPts val="0"/>
                        </a:spcBef>
                        <a:spcAft>
                          <a:spcPts val="0"/>
                        </a:spcAft>
                        <a:buClr>
                          <a:srgbClr val="000000"/>
                        </a:buClr>
                        <a:buSzPts val="4600"/>
                        <a:buFont typeface="Calibri"/>
                        <a:buNone/>
                      </a:pPr>
                      <a:r>
                        <a:rPr lang="en-US"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1</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V. Melikyan et al., "A UVM-based Verification Approach for MIPI DSI Low-Level Protocol Layer," IEEE Conf.</a:t>
                      </a: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2022</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55541697"/>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2</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B.D. Kim et al., "Design of D-PHY Chip for Mobile Display Interface Supporting MIPI Standard," Microelectronics J.</a:t>
                      </a: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2012</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852350910"/>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3</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K. Kwon et al., "Low-Cost Unified Pixel Converter from MIPI DSI Packets," MDPI Electronics</a:t>
                      </a:r>
                    </a:p>
                  </a:txBody>
                  <a:tcPr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2022</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32716843"/>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4</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L. Wang et al., "Foveated Rendering: A State-of-the-Art Survey," Computational Visual Media (Springer)</a:t>
                      </a:r>
                    </a:p>
                  </a:txBody>
                  <a:tcPr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2023</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3074451056"/>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5</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A. Patney et al. (NVIDIA), "Towards Foveated Rendering for Gaze-Tracked VR," ACM TOG / SIGGRAPH Asia</a:t>
                      </a:r>
                    </a:p>
                  </a:txBody>
                  <a:tcPr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2016</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2039237933"/>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6</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H. Wang et al., "POLO: Process Only Where You Look," ISCA '25</a:t>
                      </a:r>
                    </a:p>
                  </a:txBody>
                  <a:tcPr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2025</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2636580953"/>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7</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R. Singh et al., "Power, Performance, and Image Quality Tradeoffs in Foveated Rendering," IEEE VR</a:t>
                      </a:r>
                    </a:p>
                  </a:txBody>
                  <a:tcPr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2023</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767370986"/>
                  </a:ext>
                </a:extLst>
              </a:tr>
              <a:tr h="931308">
                <a:tc>
                  <a:txBody>
                    <a:bodyPr/>
                    <a:lstStyle/>
                    <a:p>
                      <a:pPr marL="0" marR="0" lvl="0" indent="0" algn="ctr" rtl="0">
                        <a:lnSpc>
                          <a:spcPct val="150000"/>
                        </a:lnSpc>
                        <a:spcBef>
                          <a:spcPts val="0"/>
                        </a:spcBef>
                        <a:spcAft>
                          <a:spcPts val="0"/>
                        </a:spcAft>
                        <a:buClr>
                          <a:srgbClr val="000000"/>
                        </a:buClr>
                        <a:buSzPts val="4600"/>
                        <a:buFont typeface="Calibri"/>
                        <a:buNone/>
                      </a:pPr>
                      <a:r>
                        <a:rPr lang="en-IN" sz="2400" u="none" strike="noStrike" cap="none" dirty="0">
                          <a:latin typeface="Times New Roman" panose="02020603050405020304" pitchFamily="18" charset="0"/>
                          <a:ea typeface="Calibri" panose="020F0502020204030204" pitchFamily="34" charset="0"/>
                          <a:cs typeface="Times New Roman" panose="02020603050405020304" pitchFamily="18" charset="0"/>
                        </a:rPr>
                        <a:t>8</a:t>
                      </a:r>
                      <a:endParaRPr sz="2400" u="none" strike="noStrike" cap="none" dirty="0">
                        <a:latin typeface="Times New Roman" panose="02020603050405020304" pitchFamily="18" charset="0"/>
                        <a:ea typeface="Calibri" panose="020F0502020204030204" pitchFamily="34" charset="0"/>
                        <a:cs typeface="Times New Roman" panose="02020603050405020304" pitchFamily="18" charset="0"/>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buNone/>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ASIC Flow Implementation on 32-bit RISC-V Processor using Cadence, IEEE Conf.</a:t>
                      </a:r>
                      <a:endParaRPr lang="en-US" sz="2400" dirty="0">
                        <a:latin typeface="Times New Roman" panose="02020603050405020304" pitchFamily="18" charset="0"/>
                        <a:ea typeface="Calibri" charset="0"/>
                        <a:cs typeface="Times New Roman" panose="02020603050405020304" pitchFamily="18" charset="0"/>
                      </a:endParaRP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tc>
                  <a:txBody>
                    <a:bodyPr/>
                    <a:lstStyle/>
                    <a:p>
                      <a:pPr marL="0" indent="0" algn="ctr">
                        <a:buNone/>
                      </a:pPr>
                      <a:r>
                        <a:rPr lang="en-US" sz="2400" b="0" i="0" u="none" strike="noStrike" cap="none"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2025</a:t>
                      </a:r>
                    </a:p>
                  </a:txBody>
                  <a:tcPr anchor="ctr">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lgn="ctr">
                      <a:solidFill>
                        <a:schemeClr val="lt1"/>
                      </a:solidFill>
                      <a:prstDash val="solid"/>
                      <a:round/>
                      <a:headEnd type="none" w="sm" len="sm"/>
                      <a:tailEnd type="none" w="sm" len="sm"/>
                    </a:lnT>
                    <a:lnB w="38100" cap="flat" cmpd="sng" algn="ctr">
                      <a:solidFill>
                        <a:schemeClr val="lt1"/>
                      </a:solidFill>
                      <a:prstDash val="solid"/>
                      <a:round/>
                      <a:headEnd type="none" w="sm" len="sm"/>
                      <a:tailEnd type="none" w="sm" len="sm"/>
                    </a:lnB>
                    <a:solidFill>
                      <a:srgbClr val="D0D8E8"/>
                    </a:solidFill>
                  </a:tcPr>
                </a:tc>
                <a:extLst>
                  <a:ext uri="{0D108BD9-81ED-4DB2-BD59-A6C34878D82A}">
                    <a16:rowId xmlns:a16="http://schemas.microsoft.com/office/drawing/2014/main" val="102956849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40"/>
          <p:cNvSpPr txBox="1"/>
          <p:nvPr/>
        </p:nvSpPr>
        <p:spPr>
          <a:xfrm>
            <a:off x="605" y="-25"/>
            <a:ext cx="20102700" cy="11309400"/>
          </a:xfrm>
          <a:prstGeom prst="rect">
            <a:avLst/>
          </a:prstGeom>
          <a:solidFill>
            <a:schemeClr val="lt1">
              <a:alpha val="97650"/>
            </a:schemeClr>
          </a:solidFill>
          <a:ln w="76200" cap="flat" cmpd="sng">
            <a:solidFill>
              <a:schemeClr val="dk1"/>
            </a:solidFill>
            <a:prstDash val="solid"/>
            <a:miter lim="800000"/>
            <a:headEnd type="none" w="sm" len="sm"/>
            <a:tailEnd type="none" w="sm" len="sm"/>
          </a:ln>
        </p:spPr>
        <p:txBody>
          <a:bodyPr spcFirstLastPara="1" wrap="square" lIns="91400" tIns="45675" rIns="91400" bIns="45675"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40" name="Google Shape;440;p40"/>
          <p:cNvPicPr preferRelativeResize="0"/>
          <p:nvPr/>
        </p:nvPicPr>
        <p:blipFill rotWithShape="1">
          <a:blip r:embed="rId3">
            <a:alphaModFix/>
          </a:blip>
          <a:srcRect/>
          <a:stretch/>
        </p:blipFill>
        <p:spPr>
          <a:xfrm>
            <a:off x="706" y="-16450"/>
            <a:ext cx="20102688" cy="11308556"/>
          </a:xfrm>
          <a:prstGeom prst="rect">
            <a:avLst/>
          </a:prstGeom>
          <a:noFill/>
          <a:ln>
            <a:noFill/>
          </a:ln>
        </p:spPr>
      </p:pic>
      <p:sp>
        <p:nvSpPr>
          <p:cNvPr id="441" name="Google Shape;441;p40"/>
          <p:cNvSpPr/>
          <p:nvPr/>
        </p:nvSpPr>
        <p:spPr>
          <a:xfrm>
            <a:off x="2983408" y="712788"/>
            <a:ext cx="57362" cy="57080"/>
          </a:xfrm>
          <a:custGeom>
            <a:avLst/>
            <a:gdLst/>
            <a:ahLst/>
            <a:cxnLst/>
            <a:rect l="l" t="t" r="r" b="b"/>
            <a:pathLst>
              <a:path w="56514" h="56515" extrusionOk="0">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w="56514" h="56515" extrusionOk="0">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40"/>
          <p:cNvSpPr/>
          <p:nvPr/>
        </p:nvSpPr>
        <p:spPr>
          <a:xfrm>
            <a:off x="2999282" y="725487"/>
            <a:ext cx="25463" cy="31829"/>
          </a:xfrm>
          <a:custGeom>
            <a:avLst/>
            <a:gdLst/>
            <a:ahLst/>
            <a:cxnLst/>
            <a:rect l="l" t="t" r="r" b="b"/>
            <a:pathLst>
              <a:path w="25400" h="31750" extrusionOk="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w="25400" h="31750" extrusionOk="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w="25400" h="31750" extrusionOk="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3" name="Google Shape;443;p40"/>
          <p:cNvSpPr txBox="1"/>
          <p:nvPr/>
        </p:nvSpPr>
        <p:spPr>
          <a:xfrm>
            <a:off x="1005522" y="10517188"/>
            <a:ext cx="4624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898989"/>
                </a:solidFill>
                <a:latin typeface="Calibri"/>
                <a:ea typeface="Calibri"/>
                <a:cs typeface="Calibri"/>
                <a:sym typeface="Calibri"/>
              </a:rPr>
              <a:t>*</a:t>
            </a:r>
            <a:endParaRPr sz="1400">
              <a:solidFill>
                <a:srgbClr val="000000"/>
              </a:solidFill>
              <a:latin typeface="Arial"/>
              <a:ea typeface="Arial"/>
              <a:cs typeface="Arial"/>
              <a:sym typeface="Arial"/>
            </a:endParaRPr>
          </a:p>
        </p:txBody>
      </p:sp>
      <p:sp>
        <p:nvSpPr>
          <p:cNvPr id="444" name="Google Shape;444;p40"/>
          <p:cNvSpPr txBox="1"/>
          <p:nvPr/>
        </p:nvSpPr>
        <p:spPr>
          <a:xfrm>
            <a:off x="6836001" y="10517188"/>
            <a:ext cx="64320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a:solidFill>
                  <a:srgbClr val="898989"/>
                </a:solidFill>
                <a:latin typeface="Calibri"/>
                <a:ea typeface="Calibri"/>
                <a:cs typeface="Calibri"/>
                <a:sym typeface="Calibri"/>
              </a:rPr>
              <a:t>Department of ECE</a:t>
            </a:r>
            <a:endParaRPr sz="1400">
              <a:solidFill>
                <a:srgbClr val="000000"/>
              </a:solidFill>
              <a:latin typeface="Arial"/>
              <a:ea typeface="Arial"/>
              <a:cs typeface="Arial"/>
              <a:sym typeface="Arial"/>
            </a:endParaRPr>
          </a:p>
        </p:txBody>
      </p:sp>
      <p:sp>
        <p:nvSpPr>
          <p:cNvPr id="445" name="Google Shape;445;p40"/>
          <p:cNvSpPr txBox="1"/>
          <p:nvPr/>
        </p:nvSpPr>
        <p:spPr>
          <a:xfrm>
            <a:off x="14474515" y="10517188"/>
            <a:ext cx="4624200" cy="27720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fld id="{00000000-1234-1234-1234-123412341234}" type="slidenum">
              <a:rPr lang="en-US" sz="1800">
                <a:solidFill>
                  <a:srgbClr val="898989"/>
                </a:solidFill>
                <a:latin typeface="Calibri"/>
                <a:ea typeface="Calibri"/>
                <a:cs typeface="Calibri"/>
                <a:sym typeface="Calibri"/>
              </a:rPr>
              <a:t>13</a:t>
            </a:fld>
            <a:endParaRPr sz="1400">
              <a:solidFill>
                <a:srgbClr val="000000"/>
              </a:solidFill>
              <a:latin typeface="Arial"/>
              <a:ea typeface="Arial"/>
              <a:cs typeface="Arial"/>
              <a:sym typeface="Arial"/>
            </a:endParaRPr>
          </a:p>
        </p:txBody>
      </p:sp>
      <p:sp>
        <p:nvSpPr>
          <p:cNvPr id="446" name="Google Shape;446;p40"/>
          <p:cNvSpPr txBox="1"/>
          <p:nvPr/>
        </p:nvSpPr>
        <p:spPr>
          <a:xfrm>
            <a:off x="2304007" y="4654551"/>
            <a:ext cx="15496200" cy="1489800"/>
          </a:xfrm>
          <a:prstGeom prst="rect">
            <a:avLst/>
          </a:prstGeom>
          <a:noFill/>
          <a:ln>
            <a:noFill/>
          </a:ln>
        </p:spPr>
        <p:txBody>
          <a:bodyPr spcFirstLastPara="1" wrap="square" lIns="0" tIns="12050" rIns="0" bIns="0" anchor="t" anchorCtr="0">
            <a:spAutoFit/>
          </a:bodyPr>
          <a:lstStyle/>
          <a:p>
            <a:pPr marL="12700" marR="0" lvl="0" indent="0" algn="ctr" rtl="0">
              <a:lnSpc>
                <a:spcPct val="101000"/>
              </a:lnSpc>
              <a:spcBef>
                <a:spcPts val="0"/>
              </a:spcBef>
              <a:spcAft>
                <a:spcPts val="0"/>
              </a:spcAft>
              <a:buNone/>
            </a:pPr>
            <a:r>
              <a:rPr lang="en-US" sz="9600">
                <a:solidFill>
                  <a:schemeClr val="dk1"/>
                </a:solidFill>
                <a:latin typeface="Calibri"/>
                <a:ea typeface="Calibri"/>
                <a:cs typeface="Calibri"/>
                <a:sym typeface="Calibri"/>
              </a:rPr>
              <a:t>Thank You</a:t>
            </a:r>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9238</TotalTime>
  <Words>1866</Words>
  <Application>Microsoft Office PowerPoint</Application>
  <PresentationFormat>Custom</PresentationFormat>
  <Paragraphs>230</Paragraphs>
  <Slides>13</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Play</vt:lpstr>
      <vt:lpstr>Arial</vt:lpstr>
      <vt:lpstr>Playfair Display</vt:lpstr>
      <vt:lpstr>Times New Roman</vt:lpstr>
      <vt:lpstr>Calibri</vt:lpstr>
      <vt:lpstr>2_Office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Smart</dc:creator>
  <cp:lastModifiedBy>Karthik Bhat</cp:lastModifiedBy>
  <cp:revision>101</cp:revision>
  <cp:lastPrinted>2026-03-02T16:19:06Z</cp:lastPrinted>
  <dcterms:modified xsi:type="dcterms:W3CDTF">2026-05-07T22:09:46Z</dcterms:modified>
</cp:coreProperties>
</file>